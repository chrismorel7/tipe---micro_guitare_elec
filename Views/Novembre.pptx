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8"/>
  </p:notesMasterIdLst>
  <p:sldIdLst>
    <p:sldId id="256" r:id="rId2"/>
    <p:sldId id="265" r:id="rId3"/>
    <p:sldId id="278" r:id="rId4"/>
    <p:sldId id="319" r:id="rId5"/>
    <p:sldId id="320" r:id="rId6"/>
    <p:sldId id="289" r:id="rId7"/>
    <p:sldId id="297" r:id="rId8"/>
    <p:sldId id="313" r:id="rId9"/>
    <p:sldId id="315" r:id="rId10"/>
    <p:sldId id="316" r:id="rId11"/>
    <p:sldId id="318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311" r:id="rId20"/>
    <p:sldId id="275" r:id="rId21"/>
    <p:sldId id="306" r:id="rId22"/>
    <p:sldId id="307" r:id="rId23"/>
    <p:sldId id="308" r:id="rId24"/>
    <p:sldId id="309" r:id="rId25"/>
    <p:sldId id="317" r:id="rId26"/>
    <p:sldId id="310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>
        <p:scale>
          <a:sx n="100" d="100"/>
          <a:sy n="100" d="100"/>
        </p:scale>
        <p:origin x="1085" y="-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0171-37B6-5321-EEC1-8D7921B3F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A0ECA-D017-F959-BA4C-BF7EAA404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3A385-0F08-6552-E47F-9E7BD1071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3D834-822A-4486-95D0-2CB656786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80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21.jpeg"/><Relationship Id="rId3" Type="http://schemas.openxmlformats.org/officeDocument/2006/relationships/image" Target="../media/image3.jpeg"/><Relationship Id="rId7" Type="http://schemas.microsoft.com/office/2007/relationships/hdphoto" Target="../media/hdphoto2.wdp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20.png"/><Relationship Id="rId5" Type="http://schemas.microsoft.com/office/2007/relationships/hdphoto" Target="../media/hdphoto1.wdp"/><Relationship Id="rId10" Type="http://schemas.openxmlformats.org/officeDocument/2006/relationships/image" Target="../media/image19.png"/><Relationship Id="rId4" Type="http://schemas.openxmlformats.org/officeDocument/2006/relationships/image" Target="../media/image17.png"/><Relationship Id="rId9" Type="http://schemas.openxmlformats.org/officeDocument/2006/relationships/image" Target="../media/image10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27.pn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svg"/><Relationship Id="rId10" Type="http://schemas.openxmlformats.org/officeDocument/2006/relationships/image" Target="../media/image33.sv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27.pn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svg"/><Relationship Id="rId10" Type="http://schemas.openxmlformats.org/officeDocument/2006/relationships/image" Target="../media/image33.sv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31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44.png"/><Relationship Id="rId7" Type="http://schemas.openxmlformats.org/officeDocument/2006/relationships/image" Target="../media/image30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0.jpeg"/><Relationship Id="rId10" Type="http://schemas.openxmlformats.org/officeDocument/2006/relationships/image" Target="../media/image330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36A8077-491D-F30D-2423-C4023BC98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15" y="3563328"/>
            <a:ext cx="2166250" cy="180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2DA9E8A-DD53-9FC2-0BFD-C099190F6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527" y="1442399"/>
            <a:ext cx="1881825" cy="1800000"/>
          </a:xfrm>
          <a:prstGeom prst="rect">
            <a:avLst/>
          </a:prstGeom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B0954AF-D7DB-22E6-A676-90BF03E6E6BC}"/>
              </a:ext>
            </a:extLst>
          </p:cNvPr>
          <p:cNvCxnSpPr>
            <a:cxnSpLocks/>
            <a:stCxn id="26" idx="0"/>
          </p:cNvCxnSpPr>
          <p:nvPr/>
        </p:nvCxnSpPr>
        <p:spPr>
          <a:xfrm rot="16200000" flipV="1">
            <a:off x="7870000" y="1380680"/>
            <a:ext cx="353650" cy="87650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8100120" y="1995760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F52CC0-CC36-76EE-019D-B3C4DC3EE332}"/>
              </a:ext>
            </a:extLst>
          </p:cNvPr>
          <p:cNvSpPr txBox="1"/>
          <p:nvPr/>
        </p:nvSpPr>
        <p:spPr>
          <a:xfrm>
            <a:off x="7382450" y="5384874"/>
            <a:ext cx="1195705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</a:t>
            </a:r>
          </a:p>
          <a:p>
            <a:pPr algn="ctr"/>
            <a:r>
              <a:rPr lang="fr-FR" sz="1600" dirty="0"/>
              <a:t>permanent</a:t>
            </a:r>
            <a:endParaRPr lang="fr-FR" dirty="0"/>
          </a:p>
        </p:txBody>
      </p: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49884A35-4DA8-39DD-8BA0-3EE1429F2E89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6785610" y="5013960"/>
            <a:ext cx="596840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D592549-28A5-8B72-44C2-0E8F4B8387D5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7088506" y="5013960"/>
            <a:ext cx="293945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8578837-B229-FF0F-AF14-FDA8687569F2}"/>
              </a:ext>
            </a:extLst>
          </p:cNvPr>
          <p:cNvSpPr txBox="1"/>
          <p:nvPr/>
        </p:nvSpPr>
        <p:spPr>
          <a:xfrm>
            <a:off x="7948688" y="2963028"/>
            <a:ext cx="921349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Bobine</a:t>
            </a:r>
            <a:endParaRPr lang="fr-FR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5298E3B-1F42-0AD7-770A-F2902FB6C93F}"/>
              </a:ext>
            </a:extLst>
          </p:cNvPr>
          <p:cNvCxnSpPr>
            <a:cxnSpLocks/>
            <a:stCxn id="55" idx="0"/>
          </p:cNvCxnSpPr>
          <p:nvPr/>
        </p:nvCxnSpPr>
        <p:spPr>
          <a:xfrm rot="16200000" flipV="1">
            <a:off x="7493972" y="2047636"/>
            <a:ext cx="382291" cy="144849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Impédance et réponse fréquentielle</a:t>
            </a: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ABD60-3DEE-4DB7-BE8A-1F6D9A9A6F8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Conclusion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27" t="13979" r="14720" b="12203"/>
          <a:stretch>
            <a:fillRect/>
          </a:stretch>
        </p:blipFill>
        <p:spPr>
          <a:xfrm>
            <a:off x="6600670" y="4275004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62" t="10193" r="8031" b="10961"/>
          <a:stretch>
            <a:fillRect/>
          </a:stretch>
        </p:blipFill>
        <p:spPr>
          <a:xfrm>
            <a:off x="6606350" y="1594023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314022"/>
            <a:ext cx="493635" cy="106932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20143" y="4114477"/>
            <a:ext cx="1273098" cy="487955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255282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316364"/>
              </p:ext>
            </p:extLst>
          </p:nvPr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17236" y="5258273"/>
            <a:ext cx="380345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Sans Champs Parasite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187" y="2378273"/>
            <a:ext cx="3784944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66992436-A1DA-94E3-3E0F-530678B591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688F-8EAF-FFF4-BCCC-833778E4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03419BF-E95B-62FE-1DE3-4884663E8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62599A4-1378-B0B1-0677-DE7090E9C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213A4F-7378-1C5A-2EE2-008D0A59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D457BB-DDAF-1158-E292-A4D851DB826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4EFEB44-B6C3-913A-1588-C840B86CDD8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05048-552D-4D06-7046-6808A322575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1E2909-C077-3E0D-577D-A56C91F17E9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08A6E6-78D1-519C-1F66-326C4B4F9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09E0E03B-7A89-A76C-C0F4-4FDF398D8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5BE194-0D54-DE41-8424-1A6CD91277A5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391C0F6-E673-B46B-83E3-DC8C4F1A0EFB}"/>
              </a:ext>
            </a:extLst>
          </p:cNvPr>
          <p:cNvGraphicFramePr>
            <a:graphicFrameLocks noGrp="1"/>
          </p:cNvGraphicFramePr>
          <p:nvPr/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485B7F86-8156-F962-1FB9-04C46F676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E536086-3A31-72C7-1158-6926EFFD5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EC2EF15-4EA7-4655-4B70-312E1690E091}"/>
              </a:ext>
            </a:extLst>
          </p:cNvPr>
          <p:cNvGraphicFramePr>
            <a:graphicFrameLocks noGrp="1"/>
          </p:cNvGraphicFramePr>
          <p:nvPr/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1C199614-CB68-E986-E309-BD5EEC682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60D87186-39E6-2303-7206-7B85BA1D0E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75DFE88-7328-D528-0469-4BAB5FC90CA1}"/>
              </a:ext>
            </a:extLst>
          </p:cNvPr>
          <p:cNvSpPr txBox="1"/>
          <p:nvPr/>
        </p:nvSpPr>
        <p:spPr>
          <a:xfrm>
            <a:off x="614434" y="5258273"/>
            <a:ext cx="340644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Spectre FFT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F60698-F4E3-3CAA-18C0-0CABD15D0608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4BC762-6EC0-81DF-81AB-397713660D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434" y="2378273"/>
            <a:ext cx="3406449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B51D6950-BA45-1B05-2A1A-04B6D01DF7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425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87CBE-89D8-E38E-EDEB-01F654BA44BE}"/>
              </a:ext>
            </a:extLst>
          </p:cNvPr>
          <p:cNvSpPr txBox="1"/>
          <p:nvPr/>
        </p:nvSpPr>
        <p:spPr>
          <a:xfrm>
            <a:off x="462961" y="1706549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Jusque maintenant…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77F14C0-ABC7-43BB-C756-E4E4147D6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188393"/>
              </p:ext>
            </p:extLst>
          </p:nvPr>
        </p:nvGraphicFramePr>
        <p:xfrm>
          <a:off x="5094446" y="2623546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pPr algn="ctr"/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6" name="Graphic 15" descr="Checkmark with solid fill">
            <a:extLst>
              <a:ext uri="{FF2B5EF4-FFF2-40B4-BE49-F238E27FC236}">
                <a16:creationId xmlns:a16="http://schemas.microsoft.com/office/drawing/2014/main" id="{1EC18308-6E57-A425-EF4D-C46C2AA480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890" y="3205907"/>
            <a:ext cx="288000" cy="288000"/>
          </a:xfrm>
          <a:prstGeom prst="rect">
            <a:avLst/>
          </a:prstGeom>
        </p:spPr>
      </p:pic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1AB57DAB-45ED-0468-51A5-D3320F1A33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890" y="2955889"/>
            <a:ext cx="288000" cy="2880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A7C5997-4223-6CD1-6CED-BEC6A3317838}"/>
              </a:ext>
            </a:extLst>
          </p:cNvPr>
          <p:cNvGrpSpPr/>
          <p:nvPr/>
        </p:nvGrpSpPr>
        <p:grpSpPr>
          <a:xfrm>
            <a:off x="580482" y="2220035"/>
            <a:ext cx="3545160" cy="390000"/>
            <a:chOff x="462961" y="1234846"/>
            <a:chExt cx="3545160" cy="390000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2CEB1EC-522B-26DF-7F7E-2D136402BDB3}"/>
                </a:ext>
              </a:extLst>
            </p:cNvPr>
            <p:cNvSpPr txBox="1"/>
            <p:nvPr/>
          </p:nvSpPr>
          <p:spPr>
            <a:xfrm>
              <a:off x="822961" y="1255514"/>
              <a:ext cx="3185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§"/>
              </a:pPr>
              <a:r>
                <a:rPr lang="fr-FR" dirty="0"/>
                <a:t>Modèle cohérent</a:t>
              </a:r>
            </a:p>
          </p:txBody>
        </p:sp>
        <p:pic>
          <p:nvPicPr>
            <p:cNvPr id="20" name="Graphic 19" descr="Right pointing backhand index with solid fill">
              <a:extLst>
                <a:ext uri="{FF2B5EF4-FFF2-40B4-BE49-F238E27FC236}">
                  <a16:creationId xmlns:a16="http://schemas.microsoft.com/office/drawing/2014/main" id="{134239E9-A2D4-8854-2D6F-EEFC2AD07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BC7441-D11A-CF1A-5118-A62A60C1B71A}"/>
              </a:ext>
            </a:extLst>
          </p:cNvPr>
          <p:cNvGrpSpPr/>
          <p:nvPr/>
        </p:nvGrpSpPr>
        <p:grpSpPr>
          <a:xfrm>
            <a:off x="580482" y="2651831"/>
            <a:ext cx="3545160" cy="390000"/>
            <a:chOff x="462961" y="1234846"/>
            <a:chExt cx="3545160" cy="39000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1D3F65D-7241-387A-451E-9CB28B06649B}"/>
                </a:ext>
              </a:extLst>
            </p:cNvPr>
            <p:cNvSpPr txBox="1"/>
            <p:nvPr/>
          </p:nvSpPr>
          <p:spPr>
            <a:xfrm>
              <a:off x="822961" y="1255514"/>
              <a:ext cx="3185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§"/>
              </a:pPr>
              <a:r>
                <a:rPr lang="fr-FR" dirty="0"/>
                <a:t>Expérience cohérente</a:t>
              </a:r>
            </a:p>
          </p:txBody>
        </p:sp>
        <p:pic>
          <p:nvPicPr>
            <p:cNvPr id="25" name="Graphic 24" descr="Right pointing backhand index with solid fill">
              <a:extLst>
                <a:ext uri="{FF2B5EF4-FFF2-40B4-BE49-F238E27FC236}">
                  <a16:creationId xmlns:a16="http://schemas.microsoft.com/office/drawing/2014/main" id="{4EBA4BD8-DEFA-152B-75E6-29B4F3CBB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30FF49-16C9-36E4-6CEF-90B09C693E76}"/>
              </a:ext>
            </a:extLst>
          </p:cNvPr>
          <p:cNvGrpSpPr/>
          <p:nvPr/>
        </p:nvGrpSpPr>
        <p:grpSpPr>
          <a:xfrm>
            <a:off x="566721" y="3630719"/>
            <a:ext cx="4549520" cy="390000"/>
            <a:chOff x="462961" y="1234846"/>
            <a:chExt cx="3545160" cy="39000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185EF6-22DD-0375-B0FD-97021127D77F}"/>
                </a:ext>
              </a:extLst>
            </p:cNvPr>
            <p:cNvSpPr txBox="1"/>
            <p:nvPr/>
          </p:nvSpPr>
          <p:spPr>
            <a:xfrm>
              <a:off x="822961" y="1255514"/>
              <a:ext cx="31851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§"/>
              </a:pPr>
              <a:r>
                <a:rPr lang="fr-FR" dirty="0"/>
                <a:t>Expérimenter le micro Singlecoil</a:t>
              </a:r>
            </a:p>
          </p:txBody>
        </p:sp>
        <p:pic>
          <p:nvPicPr>
            <p:cNvPr id="29" name="Graphic 28" descr="Right pointing backhand index with solid fill">
              <a:extLst>
                <a:ext uri="{FF2B5EF4-FFF2-40B4-BE49-F238E27FC236}">
                  <a16:creationId xmlns:a16="http://schemas.microsoft.com/office/drawing/2014/main" id="{DA8CAC30-23BC-88B3-65A2-E546654C7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D4EE303-9C57-DBB3-6A38-55CFC4DC6BCD}"/>
              </a:ext>
            </a:extLst>
          </p:cNvPr>
          <p:cNvSpPr txBox="1"/>
          <p:nvPr/>
        </p:nvSpPr>
        <p:spPr>
          <a:xfrm>
            <a:off x="462961" y="3115322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Et pour la suite ?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B4A67E-CFEE-D507-45D3-D1C450381516}"/>
              </a:ext>
            </a:extLst>
          </p:cNvPr>
          <p:cNvGrpSpPr/>
          <p:nvPr/>
        </p:nvGrpSpPr>
        <p:grpSpPr>
          <a:xfrm>
            <a:off x="544926" y="4041387"/>
            <a:ext cx="4549520" cy="390000"/>
            <a:chOff x="462961" y="1234846"/>
            <a:chExt cx="3545160" cy="3900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F2558149-8060-50FB-43D0-6F46E3ABF075}"/>
                    </a:ext>
                  </a:extLst>
                </p:cNvPr>
                <p:cNvSpPr txBox="1"/>
                <p:nvPr/>
              </p:nvSpPr>
              <p:spPr>
                <a:xfrm>
                  <a:off x="822961" y="1255514"/>
                  <a:ext cx="31851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Wingdings" panose="05000000000000000000" pitchFamily="2" charset="2"/>
                    <a:buChar char="§"/>
                  </a:pPr>
                  <a:r>
                    <a:rPr lang="fr-FR" dirty="0"/>
                    <a:t>Tracer la droite </a:t>
                  </a:r>
                  <a14:m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fr-FR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F2558149-8060-50FB-43D0-6F46E3ABF0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1255514"/>
                  <a:ext cx="3185160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894" t="-8197" b="-2459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9" name="Graphic 38" descr="Right pointing backhand index with solid fill">
              <a:extLst>
                <a:ext uri="{FF2B5EF4-FFF2-40B4-BE49-F238E27FC236}">
                  <a16:creationId xmlns:a16="http://schemas.microsoft.com/office/drawing/2014/main" id="{33CAE2D2-6C79-EB7C-1EF0-C4E7D04E3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9F4C90-78A4-1B16-7CEC-51A5969E7B05}"/>
              </a:ext>
            </a:extLst>
          </p:cNvPr>
          <p:cNvSpPr txBox="1"/>
          <p:nvPr/>
        </p:nvSpPr>
        <p:spPr>
          <a:xfrm>
            <a:off x="462961" y="4524633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Mais…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7C71EAB-FBD1-C64C-095D-F587E1929218}"/>
              </a:ext>
            </a:extLst>
          </p:cNvPr>
          <p:cNvGrpSpPr/>
          <p:nvPr/>
        </p:nvGrpSpPr>
        <p:grpSpPr>
          <a:xfrm>
            <a:off x="580482" y="4942267"/>
            <a:ext cx="5340258" cy="390000"/>
            <a:chOff x="462961" y="1234846"/>
            <a:chExt cx="4161333" cy="390000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4A47144-E4EC-5E3A-193A-E25C213A2E70}"/>
                </a:ext>
              </a:extLst>
            </p:cNvPr>
            <p:cNvSpPr txBox="1"/>
            <p:nvPr/>
          </p:nvSpPr>
          <p:spPr>
            <a:xfrm>
              <a:off x="822961" y="1255514"/>
              <a:ext cx="38013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§"/>
              </a:pPr>
              <a:r>
                <a:rPr lang="fr-FR" dirty="0"/>
                <a:t>Pas de signal pour le micro Singlecoil</a:t>
              </a:r>
            </a:p>
          </p:txBody>
        </p:sp>
        <p:pic>
          <p:nvPicPr>
            <p:cNvPr id="45" name="Graphic 44" descr="Right pointing backhand index with solid fill">
              <a:extLst>
                <a:ext uri="{FF2B5EF4-FFF2-40B4-BE49-F238E27FC236}">
                  <a16:creationId xmlns:a16="http://schemas.microsoft.com/office/drawing/2014/main" id="{F111B8FA-8060-512C-90EB-DA0D4E1D7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811C1439-12C5-C7DB-7D51-3C26C2367E8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77" b="30391"/>
          <a:stretch>
            <a:fillRect/>
          </a:stretch>
        </p:blipFill>
        <p:spPr>
          <a:xfrm>
            <a:off x="5691653" y="3651387"/>
            <a:ext cx="2885626" cy="2402073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2477</Words>
  <Application>Microsoft Office PowerPoint</Application>
  <PresentationFormat>On-screen Show (4:3)</PresentationFormat>
  <Paragraphs>441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304</cp:revision>
  <dcterms:created xsi:type="dcterms:W3CDTF">2025-06-09T15:35:56Z</dcterms:created>
  <dcterms:modified xsi:type="dcterms:W3CDTF">2025-11-22T17:48:36Z</dcterms:modified>
</cp:coreProperties>
</file>