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26/11/2025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18.jpeg"/><Relationship Id="rId3" Type="http://schemas.openxmlformats.org/officeDocument/2006/relationships/image" Target="../media/image4.jpeg"/><Relationship Id="rId12" Type="http://schemas.openxmlformats.org/officeDocument/2006/relationships/image" Target="../media/image29.png"/><Relationship Id="rId17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8.png"/><Relationship Id="rId15" Type="http://schemas.microsoft.com/office/2007/relationships/hdphoto" Target="../media/hdphoto1.wdp"/><Relationship Id="rId10" Type="http://schemas.openxmlformats.org/officeDocument/2006/relationships/image" Target="../media/image28.png"/><Relationship Id="rId9" Type="http://schemas.openxmlformats.org/officeDocument/2006/relationships/image" Target="../media/image100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37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0.jpeg"/><Relationship Id="rId10" Type="http://schemas.openxmlformats.org/officeDocument/2006/relationships/image" Target="../media/image330.png"/><Relationship Id="rId9" Type="http://schemas.openxmlformats.org/officeDocument/2006/relationships/image" Target="../media/image5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56611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blipFill>
                <a:blip r:embed="rId11"/>
                <a:stretch>
                  <a:fillRect l="-951" t="-5357" b="-2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64639" y="1670190"/>
            <a:ext cx="1806177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63942" y="3830351"/>
            <a:ext cx="2196000" cy="1109628"/>
          </a:xfrm>
          <a:prstGeom prst="rect">
            <a:avLst/>
          </a:prstGeom>
        </p:spPr>
      </p:pic>
      <p:sp>
        <p:nvSpPr>
          <p:cNvPr id="19" name="Double Bracket 18">
            <a:extLst>
              <a:ext uri="{FF2B5EF4-FFF2-40B4-BE49-F238E27FC236}">
                <a16:creationId xmlns:a16="http://schemas.microsoft.com/office/drawing/2014/main" id="{8C6D4AD6-D27A-F0A6-303E-5D3ADDB9C0B1}"/>
              </a:ext>
            </a:extLst>
          </p:cNvPr>
          <p:cNvSpPr/>
          <p:nvPr/>
        </p:nvSpPr>
        <p:spPr>
          <a:xfrm>
            <a:off x="5758180" y="2697480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033C0A-18F7-7004-E393-9B02547E67C7}"/>
              </a:ext>
            </a:extLst>
          </p:cNvPr>
          <p:cNvCxnSpPr>
            <a:cxnSpLocks/>
          </p:cNvCxnSpPr>
          <p:nvPr/>
        </p:nvCxnSpPr>
        <p:spPr>
          <a:xfrm>
            <a:off x="5758180" y="2734310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 t="-12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99081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0005 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69,3 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…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,34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CMRR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 l="-42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E793CCD1-BC05-C48A-528F-31F09C143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814154"/>
              </p:ext>
            </p:extLst>
          </p:nvPr>
        </p:nvGraphicFramePr>
        <p:xfrm>
          <a:off x="345439" y="1304229"/>
          <a:ext cx="3988021" cy="1040472"/>
        </p:xfrm>
        <a:graphic>
          <a:graphicData uri="http://schemas.openxmlformats.org/drawingml/2006/table">
            <a:tbl>
              <a:tblPr firstCol="1" bandRow="1">
                <a:tableStyleId>{E8034E78-7F5D-4C2E-B375-FC64B27BC917}</a:tableStyleId>
              </a:tblPr>
              <a:tblGrid>
                <a:gridCol w="417875">
                  <a:extLst>
                    <a:ext uri="{9D8B030D-6E8A-4147-A177-3AD203B41FA5}">
                      <a16:colId xmlns:a16="http://schemas.microsoft.com/office/drawing/2014/main" val="263126449"/>
                    </a:ext>
                  </a:extLst>
                </a:gridCol>
                <a:gridCol w="3570146">
                  <a:extLst>
                    <a:ext uri="{9D8B030D-6E8A-4147-A177-3AD203B41FA5}">
                      <a16:colId xmlns:a16="http://schemas.microsoft.com/office/drawing/2014/main" val="839898551"/>
                    </a:ext>
                  </a:extLst>
                </a:gridCol>
              </a:tblGrid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Réjection du bruit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76701"/>
                  </a:ext>
                </a:extLst>
              </a:tr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Perte d'aigus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9046180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 : Les avantages du Humbucker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0996" y="1259130"/>
            <a:ext cx="4261436" cy="355119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/>
              <p:nvPr/>
            </p:nvSpPr>
            <p:spPr>
              <a:xfrm>
                <a:off x="291568" y="2495732"/>
                <a:ext cx="3769892" cy="1457438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2000" b="1" dirty="0">
                    <a:solidFill>
                      <a:schemeClr val="tx1"/>
                    </a:solidFill>
                  </a:rPr>
                  <a:t>Taux de rejection Théorique</a:t>
                </a:r>
                <a:r>
                  <a:rPr lang="fr-FR" sz="2000" dirty="0">
                    <a:solidFill>
                      <a:schemeClr val="tx1"/>
                    </a:solidFill>
                  </a:rPr>
                  <a:t>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9,3 </m:t>
                      </m:r>
                      <m:r>
                        <m:rPr>
                          <m:nor/>
                        </m:rP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rgbClr val="C00000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  <a:effectLst/>
                  </a:rPr>
                  <a:t>CMRR Expérience</a:t>
                </a:r>
                <a:r>
                  <a:rPr lang="fr-FR" sz="2000" dirty="0">
                    <a:solidFill>
                      <a:schemeClr val="tx1"/>
                    </a:solidFill>
                    <a:effectLst/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0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… </m:t>
                    </m:r>
                    <m:r>
                      <a:rPr lang="fr-FR" sz="2000" b="0" i="1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00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fr-FR" sz="2000" dirty="0">
                  <a:solidFill>
                    <a:schemeClr val="tx1"/>
                  </a:solidFill>
                  <a:effectLst/>
                </a:endParaRPr>
              </a:p>
              <a:p>
                <a:endParaRPr lang="fr-FR" sz="2000" dirty="0">
                  <a:solidFill>
                    <a:schemeClr val="tx1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</a:rPr>
                  <a:t>Ecart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=…%</m:t>
                    </m:r>
                  </m:oMath>
                </a14:m>
                <a:endParaRPr lang="fr-FR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68" y="2495732"/>
                <a:ext cx="3769892" cy="1457438"/>
              </a:xfrm>
              <a:prstGeom prst="rect">
                <a:avLst/>
              </a:prstGeom>
              <a:blipFill>
                <a:blip r:embed="rId4"/>
                <a:stretch>
                  <a:fillRect l="-1780" t="-7113" b="-133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6FD4BA35-28DE-508F-D6F8-32FD341E6668}"/>
              </a:ext>
            </a:extLst>
          </p:cNvPr>
          <p:cNvSpPr/>
          <p:nvPr/>
        </p:nvSpPr>
        <p:spPr>
          <a:xfrm>
            <a:off x="345439" y="4947987"/>
            <a:ext cx="3988021" cy="1313270"/>
          </a:xfrm>
          <a:prstGeom prst="rect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Limites du modèle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Champs non uniformes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Asymétrie de bobinage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Bruit ‘’idéal’’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0AE21-7821-5E6E-9797-BF0EC7810EF3}"/>
              </a:ext>
            </a:extLst>
          </p:cNvPr>
          <p:cNvSpPr/>
          <p:nvPr/>
        </p:nvSpPr>
        <p:spPr>
          <a:xfrm>
            <a:off x="4590996" y="4947987"/>
            <a:ext cx="4242439" cy="1313270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D99A51E7-3D0B-8253-2D16-64312A3C98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30" y="1371908"/>
            <a:ext cx="360000" cy="360000"/>
          </a:xfrm>
          <a:prstGeom prst="rect">
            <a:avLst/>
          </a:prstGeom>
        </p:spPr>
      </p:pic>
      <p:pic>
        <p:nvPicPr>
          <p:cNvPr id="29" name="Graphic 28" descr="Warning with solid fill">
            <a:extLst>
              <a:ext uri="{FF2B5EF4-FFF2-40B4-BE49-F238E27FC236}">
                <a16:creationId xmlns:a16="http://schemas.microsoft.com/office/drawing/2014/main" id="{6B4124EA-6CE4-E9E7-7DE3-CA530B1AD1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090" y="189573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161D2C-0092-6E47-78BA-EDEA45C5E07F}"/>
              </a:ext>
            </a:extLst>
          </p:cNvPr>
          <p:cNvSpPr txBox="1"/>
          <p:nvPr/>
        </p:nvSpPr>
        <p:spPr>
          <a:xfrm>
            <a:off x="3182073" y="3959623"/>
            <a:ext cx="44337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/>
              <a:t>A REFAIRE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2998</Words>
  <Application>Microsoft Office PowerPoint</Application>
  <PresentationFormat>On-screen Show (4:3)</PresentationFormat>
  <Paragraphs>534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400</cp:revision>
  <dcterms:created xsi:type="dcterms:W3CDTF">2025-06-09T15:35:56Z</dcterms:created>
  <dcterms:modified xsi:type="dcterms:W3CDTF">2025-11-26T20:02:45Z</dcterms:modified>
</cp:coreProperties>
</file>