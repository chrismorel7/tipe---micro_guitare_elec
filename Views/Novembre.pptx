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18.jpeg"/><Relationship Id="rId3" Type="http://schemas.openxmlformats.org/officeDocument/2006/relationships/image" Target="../media/image4.jpeg"/><Relationship Id="rId12" Type="http://schemas.openxmlformats.org/officeDocument/2006/relationships/image" Target="../media/image29.png"/><Relationship Id="rId17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8.png"/><Relationship Id="rId15" Type="http://schemas.microsoft.com/office/2007/relationships/hdphoto" Target="../media/hdphoto1.wdp"/><Relationship Id="rId10" Type="http://schemas.openxmlformats.org/officeDocument/2006/relationships/image" Target="../media/image28.png"/><Relationship Id="rId9" Type="http://schemas.openxmlformats.org/officeDocument/2006/relationships/image" Target="../media/image100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55.jpeg"/><Relationship Id="rId10" Type="http://schemas.openxmlformats.org/officeDocument/2006/relationships/image" Target="../media/image330.png"/><Relationship Id="rId9" Type="http://schemas.openxmlformats.org/officeDocument/2006/relationships/image" Target="../media/image54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56611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blipFill>
                <a:blip r:embed="rId11"/>
                <a:stretch>
                  <a:fillRect l="-951" t="-5357" b="-2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64639" y="1670190"/>
            <a:ext cx="1806177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63942" y="3830351"/>
            <a:ext cx="2196000" cy="1109628"/>
          </a:xfrm>
          <a:prstGeom prst="rect">
            <a:avLst/>
          </a:prstGeom>
        </p:spPr>
      </p:pic>
      <p:sp>
        <p:nvSpPr>
          <p:cNvPr id="19" name="Double Bracket 18">
            <a:extLst>
              <a:ext uri="{FF2B5EF4-FFF2-40B4-BE49-F238E27FC236}">
                <a16:creationId xmlns:a16="http://schemas.microsoft.com/office/drawing/2014/main" id="{8C6D4AD6-D27A-F0A6-303E-5D3ADDB9C0B1}"/>
              </a:ext>
            </a:extLst>
          </p:cNvPr>
          <p:cNvSpPr/>
          <p:nvPr/>
        </p:nvSpPr>
        <p:spPr>
          <a:xfrm>
            <a:off x="5758180" y="2697480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033C0A-18F7-7004-E393-9B02547E67C7}"/>
              </a:ext>
            </a:extLst>
          </p:cNvPr>
          <p:cNvCxnSpPr>
            <a:cxnSpLocks/>
          </p:cNvCxnSpPr>
          <p:nvPr/>
        </p:nvCxnSpPr>
        <p:spPr>
          <a:xfrm>
            <a:off x="5758180" y="2734310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3608785"/>
                <a:ext cx="4226561" cy="25278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3608785"/>
                <a:ext cx="4226561" cy="2527855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555952"/>
                <a:ext cx="4216714" cy="458068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555952"/>
                <a:ext cx="4216714" cy="4580688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2B73114-1D1E-8E2B-B9C1-28DE2C7D147F}"/>
              </a:ext>
            </a:extLst>
          </p:cNvPr>
          <p:cNvSpPr txBox="1"/>
          <p:nvPr/>
        </p:nvSpPr>
        <p:spPr>
          <a:xfrm>
            <a:off x="1520975" y="1995795"/>
            <a:ext cx="2312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Schéma</a:t>
            </a:r>
          </a:p>
        </p:txBody>
      </p: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99081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13948" y="4385018"/>
            <a:ext cx="355600" cy="480773"/>
            <a:chOff x="1364960" y="5087464"/>
            <a:chExt cx="355600" cy="480773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385018"/>
            <a:ext cx="355600" cy="477500"/>
            <a:chOff x="1168945" y="5077968"/>
            <a:chExt cx="355600" cy="477500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=14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7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25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𝐶𝑀𝑅𝑅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58,6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,34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𝐶𝑀𝑅𝑅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Le modèle est ____</a:t>
                </a: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 l="-42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3916329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3916329"/>
              </a:xfrm>
              <a:prstGeom prst="rect">
                <a:avLst/>
              </a:prstGeom>
              <a:blipFill>
                <a:blip r:embed="rId3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0192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019242"/>
              </a:xfrm>
              <a:prstGeom prst="rect">
                <a:avLst/>
              </a:prstGeom>
              <a:blipFill>
                <a:blip r:embed="rId4"/>
                <a:stretch>
                  <a:fillRect t="-303" r="-592" b="-1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161D2C-0092-6E47-78BA-EDEA45C5E07F}"/>
              </a:ext>
            </a:extLst>
          </p:cNvPr>
          <p:cNvSpPr txBox="1"/>
          <p:nvPr/>
        </p:nvSpPr>
        <p:spPr>
          <a:xfrm>
            <a:off x="3182073" y="3959623"/>
            <a:ext cx="44337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/>
              <a:t>A REFAIRE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2943</Words>
  <Application>Microsoft Office PowerPoint</Application>
  <PresentationFormat>On-screen Show (4:3)</PresentationFormat>
  <Paragraphs>519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380</cp:revision>
  <dcterms:created xsi:type="dcterms:W3CDTF">2025-06-09T15:35:56Z</dcterms:created>
  <dcterms:modified xsi:type="dcterms:W3CDTF">2025-11-25T00:07:49Z</dcterms:modified>
</cp:coreProperties>
</file>