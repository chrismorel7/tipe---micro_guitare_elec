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313" r:id="rId9"/>
    <p:sldId id="315" r:id="rId10"/>
    <p:sldId id="316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1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>
        <p:scale>
          <a:sx n="100" d="100"/>
          <a:sy n="100" d="100"/>
        </p:scale>
        <p:origin x="108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0171-37B6-5321-EEC1-8D7921B3F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A0ECA-D017-F959-BA4C-BF7EAA404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3A385-0F08-6552-E47F-9E7BD1071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3D834-822A-4486-95D0-2CB656786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80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25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25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81.png"/><Relationship Id="rId7" Type="http://schemas.openxmlformats.org/officeDocument/2006/relationships/image" Target="../media/image30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1.jpeg"/><Relationship Id="rId10" Type="http://schemas.openxmlformats.org/officeDocument/2006/relationships/image" Target="../media/image330.png"/><Relationship Id="rId9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36A8077-491D-F30D-2423-C4023BC98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15" y="3563328"/>
            <a:ext cx="2166250" cy="180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2DA9E8A-DD53-9FC2-0BFD-C099190F6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527" y="1442399"/>
            <a:ext cx="1881825" cy="1800000"/>
          </a:xfrm>
          <a:prstGeom prst="rect">
            <a:avLst/>
          </a:prstGeom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B0954AF-D7DB-22E6-A676-90BF03E6E6BC}"/>
              </a:ext>
            </a:extLst>
          </p:cNvPr>
          <p:cNvCxnSpPr>
            <a:cxnSpLocks/>
            <a:stCxn id="26" idx="0"/>
          </p:cNvCxnSpPr>
          <p:nvPr/>
        </p:nvCxnSpPr>
        <p:spPr>
          <a:xfrm rot="16200000" flipV="1">
            <a:off x="7870000" y="1380680"/>
            <a:ext cx="353650" cy="87650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8100120" y="1995760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F52CC0-CC36-76EE-019D-B3C4DC3EE332}"/>
              </a:ext>
            </a:extLst>
          </p:cNvPr>
          <p:cNvSpPr txBox="1"/>
          <p:nvPr/>
        </p:nvSpPr>
        <p:spPr>
          <a:xfrm>
            <a:off x="7382450" y="5384874"/>
            <a:ext cx="1195705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</a:t>
            </a:r>
          </a:p>
          <a:p>
            <a:pPr algn="ctr"/>
            <a:r>
              <a:rPr lang="fr-FR" sz="1600" dirty="0"/>
              <a:t>permanent</a:t>
            </a:r>
            <a:endParaRPr lang="fr-FR" dirty="0"/>
          </a:p>
        </p:txBody>
      </p: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49884A35-4DA8-39DD-8BA0-3EE1429F2E89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6785610" y="5013960"/>
            <a:ext cx="596840" cy="6633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7D592549-28A5-8B72-44C2-0E8F4B8387D5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7088506" y="5013960"/>
            <a:ext cx="293945" cy="6633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8578837-B229-FF0F-AF14-FDA8687569F2}"/>
              </a:ext>
            </a:extLst>
          </p:cNvPr>
          <p:cNvSpPr txBox="1"/>
          <p:nvPr/>
        </p:nvSpPr>
        <p:spPr>
          <a:xfrm>
            <a:off x="7948688" y="2963028"/>
            <a:ext cx="921349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Bobine</a:t>
            </a:r>
            <a:endParaRPr lang="fr-FR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5298E3B-1F42-0AD7-770A-F2902FB6C93F}"/>
              </a:ext>
            </a:extLst>
          </p:cNvPr>
          <p:cNvCxnSpPr>
            <a:cxnSpLocks/>
            <a:stCxn id="55" idx="0"/>
          </p:cNvCxnSpPr>
          <p:nvPr/>
        </p:nvCxnSpPr>
        <p:spPr>
          <a:xfrm rot="16200000" flipV="1">
            <a:off x="7493972" y="2047636"/>
            <a:ext cx="382291" cy="144849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&gt;3000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27" t="13979" r="14720" b="12203"/>
          <a:stretch>
            <a:fillRect/>
          </a:stretch>
        </p:blipFill>
        <p:spPr>
          <a:xfrm>
            <a:off x="6600670" y="4275004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62" t="10193" r="8031" b="10961"/>
          <a:stretch>
            <a:fillRect/>
          </a:stretch>
        </p:blipFill>
        <p:spPr>
          <a:xfrm>
            <a:off x="6606350" y="1594023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314022"/>
            <a:ext cx="493635" cy="106932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20143" y="4114477"/>
            <a:ext cx="1273098" cy="487955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Montage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819" y="2378273"/>
            <a:ext cx="3784945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C36FC19D-66E8-2448-5190-B6C0C4AB40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4259024-A7F2-48A1-4831-F42943EFB322}"/>
              </a:ext>
            </a:extLst>
          </p:cNvPr>
          <p:cNvSpPr txBox="1"/>
          <p:nvPr/>
        </p:nvSpPr>
        <p:spPr>
          <a:xfrm>
            <a:off x="848785" y="5818140"/>
            <a:ext cx="243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4312658-7780-93C5-4649-74867AA9F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902881"/>
              </p:ext>
            </p:extLst>
          </p:nvPr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D4CE6ED-3933-6033-3C61-2E11FC402E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D7137CF5-0677-230A-0BF6-28C8E9EE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316364"/>
              </p:ext>
            </p:extLst>
          </p:nvPr>
        </p:nvGraphicFramePr>
        <p:xfrm>
          <a:off x="4739040" y="1145148"/>
          <a:ext cx="3545543" cy="914400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Harmonique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Amplitudes différentes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fr-FR" sz="1200" dirty="0"/>
                        <a:t>   </a:t>
                      </a:r>
                      <a:r>
                        <a:rPr lang="fr-F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fr-FR" sz="1100" dirty="0">
                          <a:sym typeface="Wingdings" panose="05000000000000000000" pitchFamily="2" charset="2"/>
                        </a:rPr>
                        <a:t>Car Amplitude initiale différentes</a:t>
                      </a: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DA843A0-347E-FF8C-9B9C-C631DD7F52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A490BCE1-4DBF-98D0-CD8A-8FB86D8798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417236" y="5258273"/>
            <a:ext cx="380345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Sans Champs Parasite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Avec Champ Parasite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187" y="2378273"/>
            <a:ext cx="3784944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66992436-A1DA-94E3-3E0F-530678B591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783220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688F-8EAF-FFF4-BCCC-833778E41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03419BF-E95B-62FE-1DE3-4884663E8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62599A4-1378-B0B1-0677-DE7090E9C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213A4F-7378-1C5A-2EE2-008D0A59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D457BB-DDAF-1158-E292-A4D851DB826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4EFEB44-B6C3-913A-1588-C840B86CDD8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05048-552D-4D06-7046-6808A322575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1E2909-C077-3E0D-577D-A56C91F17E9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08A6E6-78D1-519C-1F66-326C4B4F9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819" y="2378273"/>
            <a:ext cx="3784945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09E0E03B-7A89-A76C-C0F4-4FDF398D8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5BE194-0D54-DE41-8424-1A6CD91277A5}"/>
              </a:ext>
            </a:extLst>
          </p:cNvPr>
          <p:cNvSpPr txBox="1"/>
          <p:nvPr/>
        </p:nvSpPr>
        <p:spPr>
          <a:xfrm>
            <a:off x="848785" y="5818140"/>
            <a:ext cx="243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391C0F6-E673-B46B-83E3-DC8C4F1A0EFB}"/>
              </a:ext>
            </a:extLst>
          </p:cNvPr>
          <p:cNvGraphicFramePr>
            <a:graphicFrameLocks noGrp="1"/>
          </p:cNvGraphicFramePr>
          <p:nvPr/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485B7F86-8156-F962-1FB9-04C46F676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E536086-3A31-72C7-1158-6926EFFD5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EC2EF15-4EA7-4655-4B70-312E1690E091}"/>
              </a:ext>
            </a:extLst>
          </p:cNvPr>
          <p:cNvGraphicFramePr>
            <a:graphicFrameLocks noGrp="1"/>
          </p:cNvGraphicFramePr>
          <p:nvPr/>
        </p:nvGraphicFramePr>
        <p:xfrm>
          <a:off x="4739040" y="1145148"/>
          <a:ext cx="3545543" cy="914400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Harmonique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Amplitudes différentes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fr-FR" sz="1200" dirty="0"/>
                        <a:t>   </a:t>
                      </a:r>
                      <a:r>
                        <a:rPr lang="fr-F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fr-FR" sz="1100" dirty="0">
                          <a:sym typeface="Wingdings" panose="05000000000000000000" pitchFamily="2" charset="2"/>
                        </a:rPr>
                        <a:t>Car Amplitude initiale différentes</a:t>
                      </a: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1C199614-CB68-E986-E309-BD5EEC6826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60D87186-39E6-2303-7206-7B85BA1D0E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75DFE88-7328-D528-0469-4BAB5FC90CA1}"/>
              </a:ext>
            </a:extLst>
          </p:cNvPr>
          <p:cNvSpPr txBox="1"/>
          <p:nvPr/>
        </p:nvSpPr>
        <p:spPr>
          <a:xfrm>
            <a:off x="614434" y="5258273"/>
            <a:ext cx="3406449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Spectre FFT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F60698-F4E3-3CAA-18C0-0CABD15D0608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Avec Champ Parasite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4BC762-6EC0-81DF-81AB-397713660D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434" y="2378273"/>
            <a:ext cx="3406449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B51D6950-BA45-1B05-2A1A-04B6D01DF7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783220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425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blipFill>
                <a:blip r:embed="rId3"/>
                <a:stretch>
                  <a:fillRect t="-372" r="-592" b="-3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2358</Words>
  <Application>Microsoft Office PowerPoint</Application>
  <PresentationFormat>On-screen Show (4:3)</PresentationFormat>
  <Paragraphs>391</Paragraphs>
  <Slides>25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256</cp:revision>
  <dcterms:created xsi:type="dcterms:W3CDTF">2025-06-09T15:35:56Z</dcterms:created>
  <dcterms:modified xsi:type="dcterms:W3CDTF">2025-11-19T19:58:26Z</dcterms:modified>
</cp:coreProperties>
</file>