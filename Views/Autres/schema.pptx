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8" r:id="rId4"/>
    <p:sldId id="259" r:id="rId5"/>
    <p:sldId id="257" r:id="rId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20" y="2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99537-68B0-0DED-545A-93BB6EE68F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5784FC-8668-F9DA-95B8-444606B439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B6D000-891B-9AEE-9F9E-3E8961969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21FBF-104B-42A2-A428-D4B0ACD1525D}" type="datetimeFigureOut">
              <a:rPr lang="fr-FR" smtClean="0"/>
              <a:t>17/05/2026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0D1823-DB4A-415E-232B-DEC80A1CB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4718F0-F7A7-CB6F-98B1-1A72091CC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E60E9-DD4C-4C6D-90A2-5E6BB2C1108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295222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23687-4385-3973-5DCF-03F0EB212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36EF9D-8CD2-24D0-2CBA-6AD7429AB6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405FA6-43F4-C9D0-AB44-A3AD595B5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21FBF-104B-42A2-A428-D4B0ACD1525D}" type="datetimeFigureOut">
              <a:rPr lang="fr-FR" smtClean="0"/>
              <a:t>17/05/2026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8DE2D6-01A3-DA7E-29E5-52A9BCCFE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9AABBB-AE5D-71A9-8EFE-9E15D9BD2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E60E9-DD4C-4C6D-90A2-5E6BB2C1108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93314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D167F-FC2E-1C95-2606-D1D165361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18ADF7-1520-48AF-FAD6-A3EAA4383B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B8AA67-4C6D-2D1C-B9B5-847D94364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21FBF-104B-42A2-A428-D4B0ACD1525D}" type="datetimeFigureOut">
              <a:rPr lang="fr-FR" smtClean="0"/>
              <a:t>17/05/2026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7630E4-CE72-C9DE-EDA2-464A313BB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EAC312-5D78-51FA-120D-D8A2618C0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E60E9-DD4C-4C6D-90A2-5E6BB2C1108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40387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C18B6-4D43-4410-4FDD-02A3B71EA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8472E8-5BE8-DBCD-DBD0-9B14895A50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6BA187-AF29-866F-AB29-E86F07C901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31C88D-7B8A-DAAE-791D-53D891831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21FBF-104B-42A2-A428-D4B0ACD1525D}" type="datetimeFigureOut">
              <a:rPr lang="fr-FR" smtClean="0"/>
              <a:t>17/05/2026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B45BB6-A0E1-04F8-D50F-DB357D737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F27B3E-12DD-9EDA-1F70-8AD5D808B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E60E9-DD4C-4C6D-90A2-5E6BB2C1108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55837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57E0B-F565-8062-3475-C76E6A4F3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7984AE-5985-2631-9C99-D5F62157FF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9411B3-E3E2-9285-7C3E-F499554341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336452-46F5-1A4D-C0FB-630BE8230D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EB2F9A-425C-0963-A254-2248F08310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AF5C2E-8DAF-C114-DAE6-2EEA56181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21FBF-104B-42A2-A428-D4B0ACD1525D}" type="datetimeFigureOut">
              <a:rPr lang="fr-FR" smtClean="0"/>
              <a:t>17/05/2026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C9A648-FB99-F327-A9D1-CB769E889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077D79-BB64-703F-663F-7CC25D879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E60E9-DD4C-4C6D-90A2-5E6BB2C1108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96279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ED571-CE9D-0364-6B43-46868E765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EC2125-C879-A86D-036C-7E38BE006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21FBF-104B-42A2-A428-D4B0ACD1525D}" type="datetimeFigureOut">
              <a:rPr lang="fr-FR" smtClean="0"/>
              <a:t>17/05/2026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EA0AE3-89D7-9C6D-EED3-0F28D8D8E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702CB0-94AF-39D5-014C-523E9C85F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E60E9-DD4C-4C6D-90A2-5E6BB2C1108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854969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FECA0E-7A35-2FC1-084B-980651B73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21FBF-104B-42A2-A428-D4B0ACD1525D}" type="datetimeFigureOut">
              <a:rPr lang="fr-FR" smtClean="0"/>
              <a:t>17/05/2026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595743-15FA-7DCF-47A0-78001801E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4524D3-FA4B-F968-4D22-AC2F3FFB2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E60E9-DD4C-4C6D-90A2-5E6BB2C1108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014712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BB301-277E-8EFD-665E-07A77644E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8233E5-A259-B67A-203E-5EA6D2BD5F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6F6C31-C8BD-4CE4-4438-B96B6DE1AA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2C3599-9DEA-4667-BEEC-6246C355E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21FBF-104B-42A2-A428-D4B0ACD1525D}" type="datetimeFigureOut">
              <a:rPr lang="fr-FR" smtClean="0"/>
              <a:t>17/05/2026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48A666-EDB7-51D4-9C5F-1C9907592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C6AC5A-1A54-316A-0452-5011493A4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E60E9-DD4C-4C6D-90A2-5E6BB2C1108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551788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4A012-6770-8EFD-8FEF-965FE741C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0C68E5B-7988-DB2D-7959-DEB8B22DBA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FDF442-C1F4-0C03-4238-17558CCBB8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D2C244-68C4-0482-067B-4DBFD9F21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21FBF-104B-42A2-A428-D4B0ACD1525D}" type="datetimeFigureOut">
              <a:rPr lang="fr-FR" smtClean="0"/>
              <a:t>17/05/2026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E7CB13-87E4-4AE0-D20E-3A711BE1F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BA7336-1FE9-D7B4-88A9-99E89AC84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E60E9-DD4C-4C6D-90A2-5E6BB2C1108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572588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1B875-4855-4F16-DA8D-8263D2850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56DC1F-CA79-85D9-C199-4D9F02DC2A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E0EFC6-2DEF-341B-2AB6-C6455966F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21FBF-104B-42A2-A428-D4B0ACD1525D}" type="datetimeFigureOut">
              <a:rPr lang="fr-FR" smtClean="0"/>
              <a:t>17/05/2026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7887CB-B245-D957-BBB5-7E27AADE3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66CAC7-F7BB-4922-8358-6B997F6D6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E60E9-DD4C-4C6D-90A2-5E6BB2C1108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550051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27B59F-AEDA-210A-1FD9-BC299A4E8A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0956EC-2AF7-176B-D435-425BC8C550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A7D8EF-6FDA-9E71-14BE-5A56FB9A3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21FBF-104B-42A2-A428-D4B0ACD1525D}" type="datetimeFigureOut">
              <a:rPr lang="fr-FR" smtClean="0"/>
              <a:t>17/05/2026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4E92A1-018D-EBFA-2D7E-E65A581FE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9265CD-F2AF-60E0-769B-B2312592A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E60E9-DD4C-4C6D-90A2-5E6BB2C1108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120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EE5F00-7A49-A5E1-9B44-A83389D03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CDC9AA-E97F-C7A1-C8AE-F86578C710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9BE0B1-ADE3-6C5E-7D1D-642A3F62B2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F21FBF-104B-42A2-A428-D4B0ACD1525D}" type="datetimeFigureOut">
              <a:rPr lang="fr-FR" smtClean="0"/>
              <a:t>17/05/2026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BE33D3-C912-D313-0E7F-902EC59869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CF87F5-2908-4CCD-EBBF-FFCBF97DCE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9E60E9-DD4C-4C6D-90A2-5E6BB2C1108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03473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12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30.png"/><Relationship Id="rId7" Type="http://schemas.microsoft.com/office/2007/relationships/hdphoto" Target="../media/hdphoto1.wdp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8.png"/><Relationship Id="rId5" Type="http://schemas.openxmlformats.org/officeDocument/2006/relationships/image" Target="../media/image150.png"/><Relationship Id="rId10" Type="http://schemas.openxmlformats.org/officeDocument/2006/relationships/image" Target="../media/image170.png"/><Relationship Id="rId4" Type="http://schemas.openxmlformats.org/officeDocument/2006/relationships/image" Target="../media/image140.png"/><Relationship Id="rId9" Type="http://schemas.openxmlformats.org/officeDocument/2006/relationships/image" Target="../media/image16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707B4C5F-D820-1C1E-1BDA-372279012C77}"/>
              </a:ext>
            </a:extLst>
          </p:cNvPr>
          <p:cNvGrpSpPr/>
          <p:nvPr/>
        </p:nvGrpSpPr>
        <p:grpSpPr>
          <a:xfrm>
            <a:off x="1323370" y="2621953"/>
            <a:ext cx="9331143" cy="2342357"/>
            <a:chOff x="1323370" y="2621953"/>
            <a:chExt cx="9331143" cy="2342357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592163DC-B6F2-8095-C69C-7FCD4F6EB5E1}"/>
                </a:ext>
              </a:extLst>
            </p:cNvPr>
            <p:cNvCxnSpPr/>
            <p:nvPr/>
          </p:nvCxnSpPr>
          <p:spPr>
            <a:xfrm>
              <a:off x="1537487" y="4687311"/>
              <a:ext cx="8990251" cy="0"/>
            </a:xfrm>
            <a:prstGeom prst="straightConnector1">
              <a:avLst/>
            </a:prstGeom>
            <a:ln w="19050">
              <a:solidFill>
                <a:schemeClr val="accent1"/>
              </a:solidFill>
              <a:prstDash val="lgDashDot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485251C7-5EBB-7FA0-C7AA-33EB52D41B9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37486" y="2760453"/>
              <a:ext cx="1" cy="1926858"/>
            </a:xfrm>
            <a:prstGeom prst="straightConnector1">
              <a:avLst/>
            </a:prstGeom>
            <a:ln w="19050">
              <a:solidFill>
                <a:schemeClr val="accent1"/>
              </a:solidFill>
              <a:prstDash val="lgDashDot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EBC252BB-CBB3-8910-69E2-9C71CA642A1A}"/>
                    </a:ext>
                  </a:extLst>
                </p:cNvPr>
                <p:cNvSpPr txBox="1"/>
                <p:nvPr/>
              </p:nvSpPr>
              <p:spPr>
                <a:xfrm>
                  <a:off x="1323370" y="2621953"/>
                  <a:ext cx="16908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fr-FR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EBC252BB-CBB3-8910-69E2-9C71CA642A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23370" y="2621953"/>
                  <a:ext cx="169084" cy="276999"/>
                </a:xfrm>
                <a:prstGeom prst="rect">
                  <a:avLst/>
                </a:prstGeom>
                <a:blipFill>
                  <a:blip r:embed="rId2"/>
                  <a:stretch>
                    <a:fillRect l="-21429" r="-14286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976151F5-418F-5529-F69C-FA6B54961AFB}"/>
                    </a:ext>
                  </a:extLst>
                </p:cNvPr>
                <p:cNvSpPr txBox="1"/>
                <p:nvPr/>
              </p:nvSpPr>
              <p:spPr>
                <a:xfrm>
                  <a:off x="10471193" y="4687311"/>
                  <a:ext cx="1833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fr-FR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976151F5-418F-5529-F69C-FA6B54961A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71193" y="4687311"/>
                  <a:ext cx="183320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20000" r="-13333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8C73712-A463-B3F0-AA40-1925E514A4BF}"/>
              </a:ext>
            </a:extLst>
          </p:cNvPr>
          <p:cNvCxnSpPr>
            <a:cxnSpLocks/>
          </p:cNvCxnSpPr>
          <p:nvPr/>
        </p:nvCxnSpPr>
        <p:spPr>
          <a:xfrm flipV="1">
            <a:off x="1537487" y="3300950"/>
            <a:ext cx="3383883" cy="138636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0950FDF-C194-3EE9-168B-E85CB00D4425}"/>
              </a:ext>
            </a:extLst>
          </p:cNvPr>
          <p:cNvCxnSpPr>
            <a:cxnSpLocks/>
          </p:cNvCxnSpPr>
          <p:nvPr/>
        </p:nvCxnSpPr>
        <p:spPr>
          <a:xfrm flipH="1" flipV="1">
            <a:off x="4899804" y="3300950"/>
            <a:ext cx="4947529" cy="138636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id="{CBB775C9-2B6B-69B5-B374-F9B438C7AF9D}"/>
              </a:ext>
            </a:extLst>
          </p:cNvPr>
          <p:cNvGrpSpPr/>
          <p:nvPr/>
        </p:nvGrpSpPr>
        <p:grpSpPr>
          <a:xfrm>
            <a:off x="1425629" y="4196212"/>
            <a:ext cx="111857" cy="768288"/>
            <a:chOff x="6527321" y="738790"/>
            <a:chExt cx="111857" cy="768288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6B16FAD-4A54-81FB-75A2-4836A0E32428}"/>
                </a:ext>
              </a:extLst>
            </p:cNvPr>
            <p:cNvCxnSpPr>
              <a:cxnSpLocks/>
            </p:cNvCxnSpPr>
            <p:nvPr/>
          </p:nvCxnSpPr>
          <p:spPr>
            <a:xfrm>
              <a:off x="6639178" y="866838"/>
              <a:ext cx="0" cy="64024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DA0D9BA9-0833-134B-B8B5-5E4391C4A242}"/>
                </a:ext>
              </a:extLst>
            </p:cNvPr>
            <p:cNvCxnSpPr>
              <a:cxnSpLocks/>
            </p:cNvCxnSpPr>
            <p:nvPr/>
          </p:nvCxnSpPr>
          <p:spPr>
            <a:xfrm>
              <a:off x="6527321" y="1379030"/>
              <a:ext cx="111857" cy="12804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8CFF4480-C0BE-E168-3230-9A298B644CBD}"/>
                </a:ext>
              </a:extLst>
            </p:cNvPr>
            <p:cNvCxnSpPr>
              <a:cxnSpLocks/>
            </p:cNvCxnSpPr>
            <p:nvPr/>
          </p:nvCxnSpPr>
          <p:spPr>
            <a:xfrm>
              <a:off x="6527321" y="1250982"/>
              <a:ext cx="111857" cy="12804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D2D6420-2D7B-6518-B4E0-EC289EEBCC3A}"/>
                </a:ext>
              </a:extLst>
            </p:cNvPr>
            <p:cNvCxnSpPr>
              <a:cxnSpLocks/>
            </p:cNvCxnSpPr>
            <p:nvPr/>
          </p:nvCxnSpPr>
          <p:spPr>
            <a:xfrm>
              <a:off x="6527321" y="1122934"/>
              <a:ext cx="111857" cy="12804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C16E11A6-97D6-C094-07D6-D223422F8A82}"/>
                </a:ext>
              </a:extLst>
            </p:cNvPr>
            <p:cNvCxnSpPr>
              <a:cxnSpLocks/>
            </p:cNvCxnSpPr>
            <p:nvPr/>
          </p:nvCxnSpPr>
          <p:spPr>
            <a:xfrm>
              <a:off x="6527321" y="994886"/>
              <a:ext cx="111857" cy="12804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E3E78CE-DB2B-1001-9DEC-B789910941D0}"/>
                </a:ext>
              </a:extLst>
            </p:cNvPr>
            <p:cNvCxnSpPr>
              <a:cxnSpLocks/>
            </p:cNvCxnSpPr>
            <p:nvPr/>
          </p:nvCxnSpPr>
          <p:spPr>
            <a:xfrm>
              <a:off x="6527321" y="866838"/>
              <a:ext cx="111857" cy="12804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68CA5A97-890A-B292-1BE3-00AD1A6656F6}"/>
                </a:ext>
              </a:extLst>
            </p:cNvPr>
            <p:cNvCxnSpPr>
              <a:cxnSpLocks/>
            </p:cNvCxnSpPr>
            <p:nvPr/>
          </p:nvCxnSpPr>
          <p:spPr>
            <a:xfrm>
              <a:off x="6527321" y="738790"/>
              <a:ext cx="111857" cy="12804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9BFAC5C9-CDF2-70DB-3F93-323B55142DAF}"/>
              </a:ext>
            </a:extLst>
          </p:cNvPr>
          <p:cNvGrpSpPr/>
          <p:nvPr/>
        </p:nvGrpSpPr>
        <p:grpSpPr>
          <a:xfrm rot="10800000">
            <a:off x="9847333" y="4324260"/>
            <a:ext cx="111857" cy="768288"/>
            <a:chOff x="6527321" y="738790"/>
            <a:chExt cx="111857" cy="768288"/>
          </a:xfrm>
        </p:grpSpPr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0F61200-B8A8-E9F1-C233-B5E0C1CBD972}"/>
                </a:ext>
              </a:extLst>
            </p:cNvPr>
            <p:cNvCxnSpPr>
              <a:cxnSpLocks/>
            </p:cNvCxnSpPr>
            <p:nvPr/>
          </p:nvCxnSpPr>
          <p:spPr>
            <a:xfrm>
              <a:off x="6639178" y="866838"/>
              <a:ext cx="0" cy="64024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4FABC709-5D33-34C8-60FC-BB53012EBD81}"/>
                </a:ext>
              </a:extLst>
            </p:cNvPr>
            <p:cNvCxnSpPr>
              <a:cxnSpLocks/>
            </p:cNvCxnSpPr>
            <p:nvPr/>
          </p:nvCxnSpPr>
          <p:spPr>
            <a:xfrm>
              <a:off x="6527321" y="1379030"/>
              <a:ext cx="111857" cy="12804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967AAAA3-4483-AAB5-57CC-4DF229E24821}"/>
                </a:ext>
              </a:extLst>
            </p:cNvPr>
            <p:cNvCxnSpPr>
              <a:cxnSpLocks/>
            </p:cNvCxnSpPr>
            <p:nvPr/>
          </p:nvCxnSpPr>
          <p:spPr>
            <a:xfrm>
              <a:off x="6527321" y="1250982"/>
              <a:ext cx="111857" cy="12804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3128BABE-1D57-21F1-0317-CDF78E653DED}"/>
                </a:ext>
              </a:extLst>
            </p:cNvPr>
            <p:cNvCxnSpPr>
              <a:cxnSpLocks/>
            </p:cNvCxnSpPr>
            <p:nvPr/>
          </p:nvCxnSpPr>
          <p:spPr>
            <a:xfrm>
              <a:off x="6527321" y="1122934"/>
              <a:ext cx="111857" cy="12804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DFAB1B17-8717-CB43-9385-F9446A61979C}"/>
                </a:ext>
              </a:extLst>
            </p:cNvPr>
            <p:cNvCxnSpPr>
              <a:cxnSpLocks/>
            </p:cNvCxnSpPr>
            <p:nvPr/>
          </p:nvCxnSpPr>
          <p:spPr>
            <a:xfrm>
              <a:off x="6527321" y="994886"/>
              <a:ext cx="111857" cy="12804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1EC697D5-74F4-B7DE-5A1C-4A1FB3EFE088}"/>
                </a:ext>
              </a:extLst>
            </p:cNvPr>
            <p:cNvCxnSpPr>
              <a:cxnSpLocks/>
            </p:cNvCxnSpPr>
            <p:nvPr/>
          </p:nvCxnSpPr>
          <p:spPr>
            <a:xfrm>
              <a:off x="6527321" y="866838"/>
              <a:ext cx="111857" cy="12804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6DC889B5-51B6-1E49-600B-8BC2360FF342}"/>
                </a:ext>
              </a:extLst>
            </p:cNvPr>
            <p:cNvCxnSpPr>
              <a:cxnSpLocks/>
            </p:cNvCxnSpPr>
            <p:nvPr/>
          </p:nvCxnSpPr>
          <p:spPr>
            <a:xfrm>
              <a:off x="6527321" y="738790"/>
              <a:ext cx="111857" cy="12804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CC8CDAD0-AC23-7B2F-F564-A4F9378D9740}"/>
              </a:ext>
            </a:extLst>
          </p:cNvPr>
          <p:cNvCxnSpPr>
            <a:cxnSpLocks/>
          </p:cNvCxnSpPr>
          <p:nvPr/>
        </p:nvCxnSpPr>
        <p:spPr>
          <a:xfrm>
            <a:off x="4912744" y="3347049"/>
            <a:ext cx="0" cy="1340262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solid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9BC6443-29A4-328A-99CB-33D4C0213015}"/>
                  </a:ext>
                </a:extLst>
              </p:cNvPr>
              <p:cNvSpPr txBox="1"/>
              <p:nvPr/>
            </p:nvSpPr>
            <p:spPr>
              <a:xfrm>
                <a:off x="4950224" y="3855630"/>
                <a:ext cx="41992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400" b="1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fr-FR" sz="2400" b="1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fr-FR" sz="2400" b="1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9BC6443-29A4-328A-99CB-33D4C02130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0224" y="3855630"/>
                <a:ext cx="419922" cy="369332"/>
              </a:xfrm>
              <a:prstGeom prst="rect">
                <a:avLst/>
              </a:prstGeom>
              <a:blipFill>
                <a:blip r:embed="rId4"/>
                <a:stretch>
                  <a:fillRect l="-15942" r="-7246" b="-1475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F95BC19E-59ED-5EAF-0FF2-D0742763C1E7}"/>
                  </a:ext>
                </a:extLst>
              </p:cNvPr>
              <p:cNvSpPr txBox="1"/>
              <p:nvPr/>
            </p:nvSpPr>
            <p:spPr>
              <a:xfrm>
                <a:off x="4773124" y="4635405"/>
                <a:ext cx="39427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400" b="1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fr-FR" sz="2400" b="1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fr-FR" sz="2400" b="1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F95BC19E-59ED-5EAF-0FF2-D0742763C1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3124" y="4635405"/>
                <a:ext cx="394275" cy="369332"/>
              </a:xfrm>
              <a:prstGeom prst="rect">
                <a:avLst/>
              </a:prstGeom>
              <a:blipFill>
                <a:blip r:embed="rId5"/>
                <a:stretch>
                  <a:fillRect l="-10769" r="-7692" b="-1475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2" name="Picture 61">
            <a:extLst>
              <a:ext uri="{FF2B5EF4-FFF2-40B4-BE49-F238E27FC236}">
                <a16:creationId xmlns:a16="http://schemas.microsoft.com/office/drawing/2014/main" id="{719515DC-945A-E380-9068-FEFF07DF97B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32494" b="70953" l="13960" r="44675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0120" t="27687" r="51486" b="24239"/>
          <a:stretch>
            <a:fillRect/>
          </a:stretch>
        </p:blipFill>
        <p:spPr>
          <a:xfrm>
            <a:off x="2301556" y="5013712"/>
            <a:ext cx="689925" cy="540000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6087A6B2-8411-1167-DA32-B48DEB15357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76" t="6786" r="5431" b="11456"/>
          <a:stretch>
            <a:fillRect/>
          </a:stretch>
        </p:blipFill>
        <p:spPr>
          <a:xfrm>
            <a:off x="3225847" y="5025640"/>
            <a:ext cx="877460" cy="54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EC996144-DCA7-777A-F04A-ECD303FD1C9E}"/>
                  </a:ext>
                </a:extLst>
              </p:cNvPr>
              <p:cNvSpPr txBox="1"/>
              <p:nvPr/>
            </p:nvSpPr>
            <p:spPr>
              <a:xfrm>
                <a:off x="2446108" y="4635405"/>
                <a:ext cx="46801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400" b="1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fr-FR" sz="2400" b="1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sub>
                      </m:sSub>
                    </m:oMath>
                  </m:oMathPara>
                </a14:m>
                <a:endParaRPr lang="fr-FR" sz="2400" b="1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EC996144-DCA7-777A-F04A-ECD303FD1C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6108" y="4635405"/>
                <a:ext cx="468013" cy="369332"/>
              </a:xfrm>
              <a:prstGeom prst="rect">
                <a:avLst/>
              </a:prstGeom>
              <a:blipFill>
                <a:blip r:embed="rId9"/>
                <a:stretch>
                  <a:fillRect l="-9091" r="-2597" b="-983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9C727A7F-0EDF-C7B6-4FD1-3650819AE293}"/>
                  </a:ext>
                </a:extLst>
              </p:cNvPr>
              <p:cNvSpPr txBox="1"/>
              <p:nvPr/>
            </p:nvSpPr>
            <p:spPr>
              <a:xfrm>
                <a:off x="3340376" y="4644380"/>
                <a:ext cx="39427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400" b="1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fr-FR" sz="2400" b="1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fr-FR" sz="2400" b="1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9C727A7F-0EDF-C7B6-4FD1-3650819AE2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0376" y="4644380"/>
                <a:ext cx="394275" cy="369332"/>
              </a:xfrm>
              <a:prstGeom prst="rect">
                <a:avLst/>
              </a:prstGeom>
              <a:blipFill>
                <a:blip r:embed="rId10"/>
                <a:stretch>
                  <a:fillRect l="-10769" r="-7692" b="-16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5C502E12-F790-8D13-969E-228EC2DBB380}"/>
                  </a:ext>
                </a:extLst>
              </p:cNvPr>
              <p:cNvSpPr txBox="1"/>
              <p:nvPr/>
            </p:nvSpPr>
            <p:spPr>
              <a:xfrm>
                <a:off x="3703976" y="4644380"/>
                <a:ext cx="39427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400" b="1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fr-FR" sz="2400" b="1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fr-FR" sz="2400" b="1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5C502E12-F790-8D13-969E-228EC2DBB3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3976" y="4644380"/>
                <a:ext cx="394275" cy="369332"/>
              </a:xfrm>
              <a:prstGeom prst="rect">
                <a:avLst/>
              </a:prstGeom>
              <a:blipFill>
                <a:blip r:embed="rId11"/>
                <a:stretch>
                  <a:fillRect l="-10938" r="-9375" b="-16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D5F70CB7-05AF-F5D3-7C69-12AB9E8852C5}"/>
                  </a:ext>
                </a:extLst>
              </p:cNvPr>
              <p:cNvSpPr txBox="1"/>
              <p:nvPr/>
            </p:nvSpPr>
            <p:spPr>
              <a:xfrm>
                <a:off x="1550696" y="4687310"/>
                <a:ext cx="25327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400" b="1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fr-FR" sz="2400" b="1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D5F70CB7-05AF-F5D3-7C69-12AB9E8852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0696" y="4687310"/>
                <a:ext cx="253274" cy="369332"/>
              </a:xfrm>
              <a:prstGeom prst="rect">
                <a:avLst/>
              </a:prstGeom>
              <a:blipFill>
                <a:blip r:embed="rId12"/>
                <a:stretch>
                  <a:fillRect l="-26190" r="-28571" b="-491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2C53D511-8E01-FB02-FDDA-1EE2B932AF3E}"/>
                  </a:ext>
                </a:extLst>
              </p:cNvPr>
              <p:cNvSpPr txBox="1"/>
              <p:nvPr/>
            </p:nvSpPr>
            <p:spPr>
              <a:xfrm>
                <a:off x="9612284" y="4687311"/>
                <a:ext cx="24365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400" b="1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𝑳</m:t>
                      </m:r>
                    </m:oMath>
                  </m:oMathPara>
                </a14:m>
                <a:endParaRPr lang="fr-FR" sz="2400" b="1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2C53D511-8E01-FB02-FDDA-1EE2B932AF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12284" y="4687311"/>
                <a:ext cx="243656" cy="369332"/>
              </a:xfrm>
              <a:prstGeom prst="rect">
                <a:avLst/>
              </a:prstGeom>
              <a:blipFill>
                <a:blip r:embed="rId13"/>
                <a:stretch>
                  <a:fillRect l="-30000" r="-27500" b="-491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67941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A8CDF-2121-5FAF-4624-36888F528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81F2C6E9-AF5B-B752-330E-3B8415AF3557}"/>
              </a:ext>
            </a:extLst>
          </p:cNvPr>
          <p:cNvGrpSpPr/>
          <p:nvPr/>
        </p:nvGrpSpPr>
        <p:grpSpPr>
          <a:xfrm>
            <a:off x="1894586" y="1986810"/>
            <a:ext cx="9161859" cy="2899833"/>
            <a:chOff x="1894586" y="1986810"/>
            <a:chExt cx="9161859" cy="2899833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82E36A6E-B17E-A6A8-4AFE-47FD63423977}"/>
                </a:ext>
              </a:extLst>
            </p:cNvPr>
            <p:cNvCxnSpPr>
              <a:cxnSpLocks/>
            </p:cNvCxnSpPr>
            <p:nvPr/>
          </p:nvCxnSpPr>
          <p:spPr>
            <a:xfrm>
              <a:off x="2130549" y="3495794"/>
              <a:ext cx="8804068" cy="0"/>
            </a:xfrm>
            <a:prstGeom prst="straightConnector1">
              <a:avLst/>
            </a:prstGeom>
            <a:ln w="19050">
              <a:solidFill>
                <a:schemeClr val="accent1"/>
              </a:solidFill>
              <a:prstDash val="lgDashDot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885CA82D-2DAF-1229-F019-E7011F8CAD6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37019" y="2144983"/>
              <a:ext cx="1" cy="1379213"/>
            </a:xfrm>
            <a:prstGeom prst="straightConnector1">
              <a:avLst/>
            </a:prstGeom>
            <a:ln w="19050">
              <a:solidFill>
                <a:schemeClr val="accent1"/>
              </a:solidFill>
              <a:prstDash val="lgDashDot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B6E901C5-8DED-61B4-F490-53A42FC9B0A6}"/>
                    </a:ext>
                  </a:extLst>
                </p:cNvPr>
                <p:cNvSpPr txBox="1"/>
                <p:nvPr/>
              </p:nvSpPr>
              <p:spPr>
                <a:xfrm>
                  <a:off x="1894586" y="1986810"/>
                  <a:ext cx="16908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fr-FR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B6E901C5-8DED-61B4-F490-53A42FC9B0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94586" y="1986810"/>
                  <a:ext cx="169084" cy="276999"/>
                </a:xfrm>
                <a:prstGeom prst="rect">
                  <a:avLst/>
                </a:prstGeom>
                <a:blipFill>
                  <a:blip r:embed="rId2"/>
                  <a:stretch>
                    <a:fillRect l="-21429" r="-14286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EFA0049A-57C3-FCED-92D3-9393A95E822D}"/>
                    </a:ext>
                  </a:extLst>
                </p:cNvPr>
                <p:cNvSpPr txBox="1"/>
                <p:nvPr/>
              </p:nvSpPr>
              <p:spPr>
                <a:xfrm>
                  <a:off x="10873125" y="3182856"/>
                  <a:ext cx="1833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fr-FR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EFA0049A-57C3-FCED-92D3-9393A95E82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73125" y="3182856"/>
                  <a:ext cx="183320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20000" r="-13333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035639E-741C-DB2E-60FC-FF0A8FE279F4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7056513" y="3500282"/>
              <a:ext cx="3383883" cy="1386361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E57894B4-543C-DD83-0748-51A84065E5BB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2130550" y="3500282"/>
              <a:ext cx="4947529" cy="1386361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5CE32732-AD59-C88C-6D6E-C7E98910B0CD}"/>
                </a:ext>
              </a:extLst>
            </p:cNvPr>
            <p:cNvGrpSpPr/>
            <p:nvPr/>
          </p:nvGrpSpPr>
          <p:grpSpPr>
            <a:xfrm rot="10800000">
              <a:off x="10440397" y="3223093"/>
              <a:ext cx="111857" cy="768288"/>
              <a:chOff x="6527321" y="738790"/>
              <a:chExt cx="111857" cy="768288"/>
            </a:xfrm>
          </p:grpSpPr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0AADF1D4-742B-9D4C-812F-B33679FD83F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39178" y="866838"/>
                <a:ext cx="0" cy="64024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0CA574D0-6F60-DFA6-0426-B91E45D802A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27321" y="1379030"/>
                <a:ext cx="111857" cy="128048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647D35F5-7C44-4C68-A45D-03D5F2CB6B0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27321" y="1250982"/>
                <a:ext cx="111857" cy="128048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0F9A5103-BAD8-5AC1-E7F0-90329E45F3E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27321" y="1122934"/>
                <a:ext cx="111857" cy="128048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36D68B4A-9FBF-0A1B-D6A3-2E99447D4F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27321" y="994886"/>
                <a:ext cx="111857" cy="128048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BE0795C3-D1B7-933F-2D5F-3D8AF426083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27321" y="866838"/>
                <a:ext cx="111857" cy="128048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0731BBEB-F0B0-2F4D-5B87-5AF6B6D9A91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27321" y="738790"/>
                <a:ext cx="111857" cy="128048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97E46209-21C4-6EDA-E7AB-C636B40473C7}"/>
                </a:ext>
              </a:extLst>
            </p:cNvPr>
            <p:cNvGrpSpPr/>
            <p:nvPr/>
          </p:nvGrpSpPr>
          <p:grpSpPr>
            <a:xfrm>
              <a:off x="2018693" y="3095045"/>
              <a:ext cx="111857" cy="768288"/>
              <a:chOff x="6527321" y="738790"/>
              <a:chExt cx="111857" cy="768288"/>
            </a:xfrm>
          </p:grpSpPr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A917AC07-4F28-0252-14AD-B75C8B5A389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39178" y="866838"/>
                <a:ext cx="0" cy="64024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44A8DA16-BD81-3541-40E4-E41F39B5E3F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27321" y="1379030"/>
                <a:ext cx="111857" cy="128048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09EA1F70-55CB-5712-9CB9-14AFCFFBD82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27321" y="1250982"/>
                <a:ext cx="111857" cy="128048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970441E1-D01D-2BCB-8FB3-6C91155238C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27321" y="1122934"/>
                <a:ext cx="111857" cy="128048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807137C7-3D2A-43F1-9321-BACF60D274B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27321" y="994886"/>
                <a:ext cx="111857" cy="128048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E4B68900-C852-447B-9D60-D497ACC252F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27321" y="866838"/>
                <a:ext cx="111857" cy="128048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9637F6E8-9BAD-524F-ED97-C9BF0A75EC0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27321" y="738790"/>
                <a:ext cx="111857" cy="128048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DADDEAB0-F57F-25E6-DD7C-7E591FA629F3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7065139" y="3500282"/>
              <a:ext cx="0" cy="1340262"/>
            </a:xfrm>
            <a:prstGeom prst="straightConnector1">
              <a:avLst/>
            </a:prstGeom>
            <a:ln w="19050">
              <a:solidFill>
                <a:schemeClr val="bg1">
                  <a:lumMod val="50000"/>
                </a:schemeClr>
              </a:solidFill>
              <a:prstDash val="solid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4476EE56-5B80-31C4-0E92-974184E0B9C4}"/>
                    </a:ext>
                  </a:extLst>
                </p:cNvPr>
                <p:cNvSpPr txBox="1"/>
                <p:nvPr/>
              </p:nvSpPr>
              <p:spPr>
                <a:xfrm>
                  <a:off x="6293132" y="3706300"/>
                  <a:ext cx="772006" cy="67710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fr-FR" sz="4400" b="1" i="1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4400" b="1" i="1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𝑨</m:t>
                            </m:r>
                          </m:e>
                          <m:sub>
                            <m:r>
                              <a:rPr lang="fr-FR" sz="4400" b="1" i="1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fr-FR" sz="4400" b="1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4476EE56-5B80-31C4-0E92-974184E0B9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93132" y="3706300"/>
                  <a:ext cx="772006" cy="677108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3792A3EF-EBB8-B909-2113-731C568C5E80}"/>
                    </a:ext>
                  </a:extLst>
                </p:cNvPr>
                <p:cNvSpPr txBox="1"/>
                <p:nvPr/>
              </p:nvSpPr>
              <p:spPr>
                <a:xfrm>
                  <a:off x="6716121" y="2756491"/>
                  <a:ext cx="723916" cy="67710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fr-FR" sz="4400" b="1" i="1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4400" b="1" i="1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fr-FR" sz="4400" b="1" i="1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fr-FR" sz="4400" b="1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3792A3EF-EBB8-B909-2113-731C568C5E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16121" y="2756491"/>
                  <a:ext cx="723916" cy="677108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96AD345E-68D4-44C2-0C4B-3D927F466A5F}"/>
                    </a:ext>
                  </a:extLst>
                </p:cNvPr>
                <p:cNvSpPr txBox="1"/>
                <p:nvPr/>
              </p:nvSpPr>
              <p:spPr>
                <a:xfrm>
                  <a:off x="2159404" y="2905780"/>
                  <a:ext cx="466473" cy="67710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4400" b="1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oMath>
                    </m:oMathPara>
                  </a14:m>
                  <a:endParaRPr lang="fr-FR" sz="2400" b="1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96AD345E-68D4-44C2-0C4B-3D927F466A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59404" y="2905780"/>
                  <a:ext cx="466473" cy="677108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0D8C0065-B206-C2B3-7D73-05ECC767B5B8}"/>
                    </a:ext>
                  </a:extLst>
                </p:cNvPr>
                <p:cNvSpPr txBox="1"/>
                <p:nvPr/>
              </p:nvSpPr>
              <p:spPr>
                <a:xfrm>
                  <a:off x="9980219" y="2838592"/>
                  <a:ext cx="447238" cy="67710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4400" b="1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𝑳</m:t>
                        </m:r>
                      </m:oMath>
                    </m:oMathPara>
                  </a14:m>
                  <a:endParaRPr lang="fr-FR" sz="2400" b="1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0D8C0065-B206-C2B3-7D73-05ECC767B5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80219" y="2838592"/>
                  <a:ext cx="447238" cy="677108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8092049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E45205-B93B-084F-451C-23EC28DAC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17A4769-1495-EF13-416F-053953FE900C}"/>
              </a:ext>
            </a:extLst>
          </p:cNvPr>
          <p:cNvCxnSpPr/>
          <p:nvPr/>
        </p:nvCxnSpPr>
        <p:spPr>
          <a:xfrm rot="16200000">
            <a:off x="1028792" y="3403906"/>
            <a:ext cx="5847760" cy="0"/>
          </a:xfrm>
          <a:prstGeom prst="straightConnector1">
            <a:avLst/>
          </a:prstGeom>
          <a:ln w="19050">
            <a:solidFill>
              <a:schemeClr val="accent1"/>
            </a:solidFill>
            <a:prstDash val="lgDashDot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CA7DC18-3D43-7DED-BEA3-78A3455FFECF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3215400" y="5590515"/>
            <a:ext cx="1" cy="1474543"/>
          </a:xfrm>
          <a:prstGeom prst="straightConnector1">
            <a:avLst/>
          </a:prstGeom>
          <a:ln w="19050">
            <a:solidFill>
              <a:schemeClr val="accent1"/>
            </a:solidFill>
            <a:prstDash val="lgDashDot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CC81304-813E-5F0F-2A35-FD738C6763E4}"/>
                  </a:ext>
                </a:extLst>
              </p:cNvPr>
              <p:cNvSpPr txBox="1"/>
              <p:nvPr/>
            </p:nvSpPr>
            <p:spPr>
              <a:xfrm>
                <a:off x="2415067" y="6294558"/>
                <a:ext cx="109982" cy="21197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fr-FR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CC81304-813E-5F0F-2A35-FD738C6763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5067" y="6294558"/>
                <a:ext cx="109982" cy="211976"/>
              </a:xfrm>
              <a:prstGeom prst="rect">
                <a:avLst/>
              </a:prstGeom>
              <a:blipFill>
                <a:blip r:embed="rId2"/>
                <a:stretch>
                  <a:fillRect l="-55556" r="-55556" b="-3235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49800C6-5D39-382C-EA5C-6B2CCABB757D}"/>
                  </a:ext>
                </a:extLst>
              </p:cNvPr>
              <p:cNvSpPr txBox="1"/>
              <p:nvPr/>
            </p:nvSpPr>
            <p:spPr>
              <a:xfrm>
                <a:off x="3999039" y="351198"/>
                <a:ext cx="119242" cy="21197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fr-FR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49800C6-5D39-382C-EA5C-6B2CCABB75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9039" y="351198"/>
                <a:ext cx="119242" cy="211976"/>
              </a:xfrm>
              <a:prstGeom prst="rect">
                <a:avLst/>
              </a:prstGeom>
              <a:blipFill>
                <a:blip r:embed="rId3"/>
                <a:stretch>
                  <a:fillRect l="-50000" r="-50000" b="-3235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6EA2449-BA15-25D9-D335-B2918FE9FFE7}"/>
              </a:ext>
            </a:extLst>
          </p:cNvPr>
          <p:cNvCxnSpPr>
            <a:cxnSpLocks/>
          </p:cNvCxnSpPr>
          <p:nvPr/>
        </p:nvCxnSpPr>
        <p:spPr>
          <a:xfrm flipH="1" flipV="1">
            <a:off x="2927023" y="3916378"/>
            <a:ext cx="1025649" cy="241140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2645883-E8BB-3414-026E-D2FC49A5236E}"/>
              </a:ext>
            </a:extLst>
          </p:cNvPr>
          <p:cNvCxnSpPr>
            <a:cxnSpLocks/>
          </p:cNvCxnSpPr>
          <p:nvPr/>
        </p:nvCxnSpPr>
        <p:spPr>
          <a:xfrm flipH="1">
            <a:off x="2927025" y="922599"/>
            <a:ext cx="1025647" cy="3019949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E532859-5777-EFD3-7802-5CFFD6680A41}"/>
              </a:ext>
            </a:extLst>
          </p:cNvPr>
          <p:cNvGrpSpPr/>
          <p:nvPr/>
        </p:nvGrpSpPr>
        <p:grpSpPr>
          <a:xfrm rot="16200000">
            <a:off x="3834445" y="6070197"/>
            <a:ext cx="72758" cy="587938"/>
            <a:chOff x="6527321" y="738790"/>
            <a:chExt cx="111857" cy="768288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4F418B51-6A88-701A-CF82-01448A6D5D82}"/>
                </a:ext>
              </a:extLst>
            </p:cNvPr>
            <p:cNvCxnSpPr>
              <a:cxnSpLocks/>
            </p:cNvCxnSpPr>
            <p:nvPr/>
          </p:nvCxnSpPr>
          <p:spPr>
            <a:xfrm>
              <a:off x="6639178" y="866838"/>
              <a:ext cx="0" cy="64024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D1B7E03B-264E-FF39-6259-99AD3CBDA3D3}"/>
                </a:ext>
              </a:extLst>
            </p:cNvPr>
            <p:cNvCxnSpPr>
              <a:cxnSpLocks/>
            </p:cNvCxnSpPr>
            <p:nvPr/>
          </p:nvCxnSpPr>
          <p:spPr>
            <a:xfrm>
              <a:off x="6527321" y="1379030"/>
              <a:ext cx="111857" cy="12804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0F1101B-19E2-99DB-1564-A0C57827E0A4}"/>
                </a:ext>
              </a:extLst>
            </p:cNvPr>
            <p:cNvCxnSpPr>
              <a:cxnSpLocks/>
            </p:cNvCxnSpPr>
            <p:nvPr/>
          </p:nvCxnSpPr>
          <p:spPr>
            <a:xfrm>
              <a:off x="6527321" y="1250982"/>
              <a:ext cx="111857" cy="12804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6AD40F6-582F-E7FF-AD6E-42505AEAB5BE}"/>
                </a:ext>
              </a:extLst>
            </p:cNvPr>
            <p:cNvCxnSpPr>
              <a:cxnSpLocks/>
            </p:cNvCxnSpPr>
            <p:nvPr/>
          </p:nvCxnSpPr>
          <p:spPr>
            <a:xfrm>
              <a:off x="6527321" y="1122934"/>
              <a:ext cx="111857" cy="12804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22A4D33-73EA-890D-6B31-5896B1D50826}"/>
                </a:ext>
              </a:extLst>
            </p:cNvPr>
            <p:cNvCxnSpPr>
              <a:cxnSpLocks/>
            </p:cNvCxnSpPr>
            <p:nvPr/>
          </p:nvCxnSpPr>
          <p:spPr>
            <a:xfrm>
              <a:off x="6527321" y="994886"/>
              <a:ext cx="111857" cy="12804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D5E7AD93-0308-0315-B263-18BAC9ADB895}"/>
                </a:ext>
              </a:extLst>
            </p:cNvPr>
            <p:cNvCxnSpPr>
              <a:cxnSpLocks/>
            </p:cNvCxnSpPr>
            <p:nvPr/>
          </p:nvCxnSpPr>
          <p:spPr>
            <a:xfrm>
              <a:off x="6527321" y="866838"/>
              <a:ext cx="111857" cy="12804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BEBE7E2-A940-3183-CEA6-072C5D2E5F64}"/>
                </a:ext>
              </a:extLst>
            </p:cNvPr>
            <p:cNvCxnSpPr>
              <a:cxnSpLocks/>
            </p:cNvCxnSpPr>
            <p:nvPr/>
          </p:nvCxnSpPr>
          <p:spPr>
            <a:xfrm>
              <a:off x="6527321" y="738790"/>
              <a:ext cx="111857" cy="12804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BBE8CC44-72F6-6F89-8676-3A53EB4775D2}"/>
              </a:ext>
            </a:extLst>
          </p:cNvPr>
          <p:cNvGrpSpPr/>
          <p:nvPr/>
        </p:nvGrpSpPr>
        <p:grpSpPr>
          <a:xfrm rot="5400000">
            <a:off x="3932435" y="592252"/>
            <a:ext cx="72758" cy="587938"/>
            <a:chOff x="6527321" y="738790"/>
            <a:chExt cx="111857" cy="768288"/>
          </a:xfrm>
        </p:grpSpPr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F5B4CFBA-A0A3-BCC1-3DEB-8D8420BF8FBA}"/>
                </a:ext>
              </a:extLst>
            </p:cNvPr>
            <p:cNvCxnSpPr>
              <a:cxnSpLocks/>
            </p:cNvCxnSpPr>
            <p:nvPr/>
          </p:nvCxnSpPr>
          <p:spPr>
            <a:xfrm>
              <a:off x="6639178" y="866838"/>
              <a:ext cx="0" cy="64024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A1F7C322-B1C6-0195-5FE9-5C126C4A0A81}"/>
                </a:ext>
              </a:extLst>
            </p:cNvPr>
            <p:cNvCxnSpPr>
              <a:cxnSpLocks/>
            </p:cNvCxnSpPr>
            <p:nvPr/>
          </p:nvCxnSpPr>
          <p:spPr>
            <a:xfrm>
              <a:off x="6527321" y="1379030"/>
              <a:ext cx="111857" cy="12804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9422A1C9-C2C8-AE72-2E23-060C8FFEF118}"/>
                </a:ext>
              </a:extLst>
            </p:cNvPr>
            <p:cNvCxnSpPr>
              <a:cxnSpLocks/>
            </p:cNvCxnSpPr>
            <p:nvPr/>
          </p:nvCxnSpPr>
          <p:spPr>
            <a:xfrm>
              <a:off x="6527321" y="1250982"/>
              <a:ext cx="111857" cy="12804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3B195033-52E0-BA5B-20AA-41CF767A3557}"/>
                </a:ext>
              </a:extLst>
            </p:cNvPr>
            <p:cNvCxnSpPr>
              <a:cxnSpLocks/>
            </p:cNvCxnSpPr>
            <p:nvPr/>
          </p:nvCxnSpPr>
          <p:spPr>
            <a:xfrm>
              <a:off x="6527321" y="1122934"/>
              <a:ext cx="111857" cy="12804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C3F9984E-F4F0-B154-1C22-EA0004F88D56}"/>
                </a:ext>
              </a:extLst>
            </p:cNvPr>
            <p:cNvCxnSpPr>
              <a:cxnSpLocks/>
            </p:cNvCxnSpPr>
            <p:nvPr/>
          </p:nvCxnSpPr>
          <p:spPr>
            <a:xfrm>
              <a:off x="6527321" y="994886"/>
              <a:ext cx="111857" cy="12804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07D2887D-F9E2-A831-8004-3C6C7EB232A4}"/>
                </a:ext>
              </a:extLst>
            </p:cNvPr>
            <p:cNvCxnSpPr>
              <a:cxnSpLocks/>
            </p:cNvCxnSpPr>
            <p:nvPr/>
          </p:nvCxnSpPr>
          <p:spPr>
            <a:xfrm>
              <a:off x="6527321" y="866838"/>
              <a:ext cx="111857" cy="12804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16F9FB80-BC32-2067-3785-4B6837A1ED23}"/>
                </a:ext>
              </a:extLst>
            </p:cNvPr>
            <p:cNvCxnSpPr>
              <a:cxnSpLocks/>
            </p:cNvCxnSpPr>
            <p:nvPr/>
          </p:nvCxnSpPr>
          <p:spPr>
            <a:xfrm>
              <a:off x="6527321" y="738790"/>
              <a:ext cx="111857" cy="12804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14B5B507-ADAD-3DC7-26FF-3799B88D0D28}"/>
              </a:ext>
            </a:extLst>
          </p:cNvPr>
          <p:cNvCxnSpPr>
            <a:cxnSpLocks/>
          </p:cNvCxnSpPr>
          <p:nvPr/>
        </p:nvCxnSpPr>
        <p:spPr>
          <a:xfrm rot="16200000">
            <a:off x="3439849" y="3429725"/>
            <a:ext cx="0" cy="1025646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solid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56F4CFF4-52F0-ED00-0109-982F4335F0C5}"/>
                  </a:ext>
                </a:extLst>
              </p:cNvPr>
              <p:cNvSpPr txBox="1"/>
              <p:nvPr/>
            </p:nvSpPr>
            <p:spPr>
              <a:xfrm>
                <a:off x="3303714" y="3541660"/>
                <a:ext cx="273141" cy="28263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400" b="1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fr-FR" sz="2400" b="1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fr-FR" sz="2400" b="1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56F4CFF4-52F0-ED00-0109-982F4335F0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3714" y="3541660"/>
                <a:ext cx="273141" cy="282634"/>
              </a:xfrm>
              <a:prstGeom prst="rect">
                <a:avLst/>
              </a:prstGeom>
              <a:blipFill>
                <a:blip r:embed="rId4"/>
                <a:stretch>
                  <a:fillRect l="-40000" r="-51111" b="-5217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22BE060F-CD64-AE1A-EADD-3839F820BD41}"/>
                  </a:ext>
                </a:extLst>
              </p:cNvPr>
              <p:cNvSpPr txBox="1"/>
              <p:nvPr/>
            </p:nvSpPr>
            <p:spPr>
              <a:xfrm>
                <a:off x="3988821" y="3715871"/>
                <a:ext cx="256458" cy="28263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400" b="1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fr-FR" sz="2400" b="1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fr-FR" sz="2400" b="1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22BE060F-CD64-AE1A-EADD-3839F820BD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8821" y="3715871"/>
                <a:ext cx="256458" cy="282634"/>
              </a:xfrm>
              <a:prstGeom prst="rect">
                <a:avLst/>
              </a:prstGeom>
              <a:blipFill>
                <a:blip r:embed="rId5"/>
                <a:stretch>
                  <a:fillRect l="-30952" r="-52381" b="-5217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2" name="Picture 61">
            <a:extLst>
              <a:ext uri="{FF2B5EF4-FFF2-40B4-BE49-F238E27FC236}">
                <a16:creationId xmlns:a16="http://schemas.microsoft.com/office/drawing/2014/main" id="{26F65151-C283-6634-11F4-1F54BEA06EA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32494" b="70953" l="13960" r="44675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0120" t="27687" r="51486" b="24239"/>
          <a:stretch>
            <a:fillRect/>
          </a:stretch>
        </p:blipFill>
        <p:spPr>
          <a:xfrm rot="16200000">
            <a:off x="4014100" y="5602303"/>
            <a:ext cx="448766" cy="413239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AC2219B2-7BC9-DD45-FC83-0D9FEFE8639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76" t="6786" r="5431" b="11456"/>
          <a:stretch>
            <a:fillRect/>
          </a:stretch>
        </p:blipFill>
        <p:spPr>
          <a:xfrm rot="16200000">
            <a:off x="3954584" y="5020633"/>
            <a:ext cx="570749" cy="41323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6E9278F3-D1C9-53A8-28BF-57FD58D29E85}"/>
                  </a:ext>
                </a:extLst>
              </p:cNvPr>
              <p:cNvSpPr txBox="1"/>
              <p:nvPr/>
            </p:nvSpPr>
            <p:spPr>
              <a:xfrm>
                <a:off x="4012310" y="6024151"/>
                <a:ext cx="164744" cy="28263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400" b="1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fr-FR" sz="2400" b="1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6E9278F3-D1C9-53A8-28BF-57FD58D29E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2310" y="6024151"/>
                <a:ext cx="164744" cy="282634"/>
              </a:xfrm>
              <a:prstGeom prst="rect">
                <a:avLst/>
              </a:prstGeom>
              <a:blipFill>
                <a:blip r:embed="rId9"/>
                <a:stretch>
                  <a:fillRect l="-62963" r="-77778" b="-3829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CDEB4200-8ECA-D635-52D8-58AE03D14F20}"/>
                  </a:ext>
                </a:extLst>
              </p:cNvPr>
              <p:cNvSpPr txBox="1"/>
              <p:nvPr/>
            </p:nvSpPr>
            <p:spPr>
              <a:xfrm>
                <a:off x="4027562" y="931191"/>
                <a:ext cx="158487" cy="28263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400" b="1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𝑳</m:t>
                      </m:r>
                    </m:oMath>
                  </m:oMathPara>
                </a14:m>
                <a:endParaRPr lang="fr-FR" sz="2400" b="1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CDEB4200-8ECA-D635-52D8-58AE03D14F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7562" y="931191"/>
                <a:ext cx="158487" cy="282634"/>
              </a:xfrm>
              <a:prstGeom prst="rect">
                <a:avLst/>
              </a:prstGeom>
              <a:blipFill>
                <a:blip r:embed="rId10"/>
                <a:stretch>
                  <a:fillRect l="-69231" r="-73077" b="-3913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14781380-009E-B70B-A2E4-84EC9744C4D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76" t="6786" r="5431" b="11456"/>
          <a:stretch>
            <a:fillRect/>
          </a:stretch>
        </p:blipFill>
        <p:spPr>
          <a:xfrm rot="16200000">
            <a:off x="3951320" y="4374757"/>
            <a:ext cx="570749" cy="413239"/>
          </a:xfrm>
          <a:prstGeom prst="rect">
            <a:avLst/>
          </a:prstGeom>
        </p:spPr>
      </p:pic>
      <p:grpSp>
        <p:nvGrpSpPr>
          <p:cNvPr id="49" name="Group 48">
            <a:extLst>
              <a:ext uri="{FF2B5EF4-FFF2-40B4-BE49-F238E27FC236}">
                <a16:creationId xmlns:a16="http://schemas.microsoft.com/office/drawing/2014/main" id="{6C4043B8-6464-A357-0FB0-48CB65556274}"/>
              </a:ext>
            </a:extLst>
          </p:cNvPr>
          <p:cNvGrpSpPr>
            <a:grpSpLocks noChangeAspect="1"/>
          </p:cNvGrpSpPr>
          <p:nvPr/>
        </p:nvGrpSpPr>
        <p:grpSpPr>
          <a:xfrm rot="5400000">
            <a:off x="4626513" y="1525390"/>
            <a:ext cx="317531" cy="1080000"/>
            <a:chOff x="8724198" y="931191"/>
            <a:chExt cx="1440003" cy="4935983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03B88EB9-0056-99CA-9890-7474856C048F}"/>
                </a:ext>
              </a:extLst>
            </p:cNvPr>
            <p:cNvCxnSpPr>
              <a:cxnSpLocks/>
            </p:cNvCxnSpPr>
            <p:nvPr/>
          </p:nvCxnSpPr>
          <p:spPr>
            <a:xfrm>
              <a:off x="9437298" y="931191"/>
              <a:ext cx="0" cy="72000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B0E5DC2-05C9-A591-0584-6EF02EF7467C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9132429" y="1471191"/>
              <a:ext cx="0" cy="72000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423868EC-68F0-C627-DABF-F07C94A73512}"/>
                </a:ext>
              </a:extLst>
            </p:cNvPr>
            <p:cNvCxnSpPr>
              <a:cxnSpLocks/>
            </p:cNvCxnSpPr>
            <p:nvPr/>
          </p:nvCxnSpPr>
          <p:spPr>
            <a:xfrm rot="-3600000">
              <a:off x="9444199" y="1651190"/>
              <a:ext cx="0" cy="144000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B9F155E7-E1D1-E925-442B-B53E2BDB7992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9444201" y="2349000"/>
              <a:ext cx="0" cy="144000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4EB7DA86-8F5B-4349-BCFF-0624ACDC31B5}"/>
                </a:ext>
              </a:extLst>
            </p:cNvPr>
            <p:cNvCxnSpPr>
              <a:cxnSpLocks/>
            </p:cNvCxnSpPr>
            <p:nvPr/>
          </p:nvCxnSpPr>
          <p:spPr>
            <a:xfrm rot="-3600000">
              <a:off x="9444198" y="3046809"/>
              <a:ext cx="0" cy="144000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9654D934-83CE-5F32-B68B-AC2D6AB9049D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9444198" y="3744619"/>
              <a:ext cx="0" cy="144000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E4B411AD-AC5D-1C78-CA4F-86122E3D7A99}"/>
                </a:ext>
              </a:extLst>
            </p:cNvPr>
            <p:cNvCxnSpPr>
              <a:cxnSpLocks/>
            </p:cNvCxnSpPr>
            <p:nvPr/>
          </p:nvCxnSpPr>
          <p:spPr>
            <a:xfrm rot="-3600000">
              <a:off x="9132428" y="4628601"/>
              <a:ext cx="0" cy="72000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15B85EC3-7483-0364-8DFC-E29E20EB0FD1}"/>
                </a:ext>
              </a:extLst>
            </p:cNvPr>
            <p:cNvCxnSpPr>
              <a:cxnSpLocks/>
            </p:cNvCxnSpPr>
            <p:nvPr/>
          </p:nvCxnSpPr>
          <p:spPr>
            <a:xfrm>
              <a:off x="9437298" y="5147174"/>
              <a:ext cx="0" cy="72000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C517287A-1759-B54A-84CC-3734BCACD26A}"/>
              </a:ext>
            </a:extLst>
          </p:cNvPr>
          <p:cNvCxnSpPr>
            <a:cxnSpLocks/>
            <a:stCxn id="63" idx="2"/>
          </p:cNvCxnSpPr>
          <p:nvPr/>
        </p:nvCxnSpPr>
        <p:spPr>
          <a:xfrm flipH="1" flipV="1">
            <a:off x="4236693" y="2057255"/>
            <a:ext cx="209885" cy="3169997"/>
          </a:xfrm>
          <a:prstGeom prst="bentConnector4">
            <a:avLst>
              <a:gd name="adj1" fmla="val -108917"/>
              <a:gd name="adj2" fmla="val 53259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A983BBA1-5B4F-2B3D-9A24-F3F89C1B14CC}"/>
              </a:ext>
            </a:extLst>
          </p:cNvPr>
          <p:cNvCxnSpPr>
            <a:cxnSpLocks/>
            <a:stCxn id="63" idx="2"/>
          </p:cNvCxnSpPr>
          <p:nvPr/>
        </p:nvCxnSpPr>
        <p:spPr>
          <a:xfrm flipV="1">
            <a:off x="4446578" y="2058777"/>
            <a:ext cx="900507" cy="3168475"/>
          </a:xfrm>
          <a:prstGeom prst="bentConnector2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5421CE1B-E117-2392-BB82-D49043FEDA87}"/>
              </a:ext>
            </a:extLst>
          </p:cNvPr>
          <p:cNvCxnSpPr>
            <a:cxnSpLocks/>
          </p:cNvCxnSpPr>
          <p:nvPr/>
        </p:nvCxnSpPr>
        <p:spPr>
          <a:xfrm>
            <a:off x="4379504" y="1749728"/>
            <a:ext cx="904875" cy="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74AA82F8-92B3-2CE9-9C8B-ADFD2AEB6133}"/>
                  </a:ext>
                </a:extLst>
              </p:cNvPr>
              <p:cNvSpPr txBox="1"/>
              <p:nvPr/>
            </p:nvSpPr>
            <p:spPr>
              <a:xfrm>
                <a:off x="4586683" y="1378208"/>
                <a:ext cx="49051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𝒖</m:t>
                      </m:r>
                      <m:r>
                        <a:rPr lang="fr-FR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fr-FR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74AA82F8-92B3-2CE9-9C8B-ADFD2AEB61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6683" y="1378208"/>
                <a:ext cx="490519" cy="276999"/>
              </a:xfrm>
              <a:prstGeom prst="rect">
                <a:avLst/>
              </a:prstGeom>
              <a:blipFill>
                <a:blip r:embed="rId11"/>
                <a:stretch>
                  <a:fillRect l="-6173" t="-2174" r="-17284" b="-3260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982E6B56-6AB3-7C57-5474-DA3A8B6CD651}"/>
              </a:ext>
            </a:extLst>
          </p:cNvPr>
          <p:cNvCxnSpPr>
            <a:cxnSpLocks/>
          </p:cNvCxnSpPr>
          <p:nvPr/>
        </p:nvCxnSpPr>
        <p:spPr>
          <a:xfrm rot="-2700000">
            <a:off x="5222695" y="1749728"/>
            <a:ext cx="888521" cy="0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06068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B89891-8C4F-2429-A6C3-8C1F04680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roup 48">
            <a:extLst>
              <a:ext uri="{FF2B5EF4-FFF2-40B4-BE49-F238E27FC236}">
                <a16:creationId xmlns:a16="http://schemas.microsoft.com/office/drawing/2014/main" id="{D9E9BCA0-F5C3-9ACB-6079-EE9FEF89E113}"/>
              </a:ext>
            </a:extLst>
          </p:cNvPr>
          <p:cNvGrpSpPr>
            <a:grpSpLocks noChangeAspect="1"/>
          </p:cNvGrpSpPr>
          <p:nvPr/>
        </p:nvGrpSpPr>
        <p:grpSpPr>
          <a:xfrm rot="16200000">
            <a:off x="5685008" y="1654869"/>
            <a:ext cx="317531" cy="1080000"/>
            <a:chOff x="8724198" y="931191"/>
            <a:chExt cx="1440003" cy="4935983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B1D55AC-76A5-D807-1D0B-FA545925DA35}"/>
                </a:ext>
              </a:extLst>
            </p:cNvPr>
            <p:cNvCxnSpPr>
              <a:cxnSpLocks/>
            </p:cNvCxnSpPr>
            <p:nvPr/>
          </p:nvCxnSpPr>
          <p:spPr>
            <a:xfrm>
              <a:off x="9437298" y="931191"/>
              <a:ext cx="0" cy="72000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F23C16B3-8C26-9675-12B4-4CF3D9251C87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9132429" y="1471191"/>
              <a:ext cx="0" cy="72000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49E0E48C-8661-9E94-B07B-82A8464C46E5}"/>
                </a:ext>
              </a:extLst>
            </p:cNvPr>
            <p:cNvCxnSpPr>
              <a:cxnSpLocks/>
            </p:cNvCxnSpPr>
            <p:nvPr/>
          </p:nvCxnSpPr>
          <p:spPr>
            <a:xfrm rot="-3600000">
              <a:off x="9444199" y="1651190"/>
              <a:ext cx="0" cy="144000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1A6D5E7D-3D29-8B8C-2D7D-2B30ACE38FBA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9444201" y="2349000"/>
              <a:ext cx="0" cy="144000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055D9D91-090E-9FAB-5DE6-933D44629572}"/>
                </a:ext>
              </a:extLst>
            </p:cNvPr>
            <p:cNvCxnSpPr>
              <a:cxnSpLocks/>
            </p:cNvCxnSpPr>
            <p:nvPr/>
          </p:nvCxnSpPr>
          <p:spPr>
            <a:xfrm rot="-3600000">
              <a:off x="9444198" y="3046809"/>
              <a:ext cx="0" cy="144000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A5450FB6-50BD-1862-8B23-1CDA08E4DDDB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9444198" y="3744619"/>
              <a:ext cx="0" cy="144000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D33C5650-69F9-4EAE-9026-D7027BD7C2F6}"/>
                </a:ext>
              </a:extLst>
            </p:cNvPr>
            <p:cNvCxnSpPr>
              <a:cxnSpLocks/>
            </p:cNvCxnSpPr>
            <p:nvPr/>
          </p:nvCxnSpPr>
          <p:spPr>
            <a:xfrm rot="-3600000">
              <a:off x="9132428" y="4628601"/>
              <a:ext cx="0" cy="72000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2FDB4D02-B993-B832-B955-97B436127591}"/>
                </a:ext>
              </a:extLst>
            </p:cNvPr>
            <p:cNvCxnSpPr>
              <a:cxnSpLocks/>
            </p:cNvCxnSpPr>
            <p:nvPr/>
          </p:nvCxnSpPr>
          <p:spPr>
            <a:xfrm>
              <a:off x="9437298" y="5147174"/>
              <a:ext cx="0" cy="72000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0A2FAE53-4239-6222-7F32-30161752C462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227116" y="2390225"/>
            <a:ext cx="2540496" cy="2146737"/>
          </a:xfrm>
          <a:prstGeom prst="bentConnector3">
            <a:avLst>
              <a:gd name="adj1" fmla="val -27401"/>
            </a:avLst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3DEC8EC5-7DC5-9128-DBF0-2E80535141AB}"/>
              </a:ext>
            </a:extLst>
          </p:cNvPr>
          <p:cNvCxnSpPr>
            <a:cxnSpLocks/>
            <a:stCxn id="10" idx="2"/>
          </p:cNvCxnSpPr>
          <p:nvPr/>
        </p:nvCxnSpPr>
        <p:spPr>
          <a:xfrm rot="10800000" flipH="1" flipV="1">
            <a:off x="2131313" y="2194867"/>
            <a:ext cx="2117006" cy="2538973"/>
          </a:xfrm>
          <a:prstGeom prst="bentConnector4">
            <a:avLst>
              <a:gd name="adj1" fmla="val -10798"/>
              <a:gd name="adj2" fmla="val 126926"/>
            </a:avLst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FF599D76-DC44-9935-C44D-DB64B8AB2098}"/>
              </a:ext>
            </a:extLst>
          </p:cNvPr>
          <p:cNvCxnSpPr>
            <a:cxnSpLocks/>
          </p:cNvCxnSpPr>
          <p:nvPr/>
        </p:nvCxnSpPr>
        <p:spPr>
          <a:xfrm flipH="1">
            <a:off x="12010760" y="4187410"/>
            <a:ext cx="821168" cy="3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0EE7C641-035B-BC3C-83C9-67AFFFBA0A37}"/>
                  </a:ext>
                </a:extLst>
              </p:cNvPr>
              <p:cNvSpPr txBox="1"/>
              <p:nvPr/>
            </p:nvSpPr>
            <p:spPr>
              <a:xfrm>
                <a:off x="11620418" y="3045144"/>
                <a:ext cx="86235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𝑼</m:t>
                          </m:r>
                        </m:e>
                        <m:sub>
                          <m:r>
                            <a:rPr lang="fr-FR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𝑮𝑩𝑭</m:t>
                          </m:r>
                        </m:sub>
                      </m:sSub>
                      <m:r>
                        <a:rPr lang="fr-FR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fr-FR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0EE7C641-035B-BC3C-83C9-67AFFFBA0A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20418" y="3045144"/>
                <a:ext cx="862352" cy="276999"/>
              </a:xfrm>
              <a:prstGeom prst="rect">
                <a:avLst/>
              </a:prstGeom>
              <a:blipFill>
                <a:blip r:embed="rId2"/>
                <a:stretch>
                  <a:fillRect l="-5634" t="-4444" r="-9155" b="-3555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E41E505E-B79F-877A-C89A-23D3CCEE89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2494" b="70953" l="13960" r="44675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0120" t="27687" r="51486" b="24239"/>
          <a:stretch>
            <a:fillRect/>
          </a:stretch>
        </p:blipFill>
        <p:spPr>
          <a:xfrm>
            <a:off x="3271079" y="3235670"/>
            <a:ext cx="2229616" cy="1745107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BE8FAFE5-C4CE-C72A-EFE3-CB5065A3AF67}"/>
              </a:ext>
            </a:extLst>
          </p:cNvPr>
          <p:cNvSpPr/>
          <p:nvPr/>
        </p:nvSpPr>
        <p:spPr>
          <a:xfrm>
            <a:off x="2131313" y="1654868"/>
            <a:ext cx="1080000" cy="1080000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GBF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A57356B8-48F3-9C9F-30B5-B8727FE7F4B7}"/>
              </a:ext>
            </a:extLst>
          </p:cNvPr>
          <p:cNvCxnSpPr>
            <a:stCxn id="10" idx="6"/>
          </p:cNvCxnSpPr>
          <p:nvPr/>
        </p:nvCxnSpPr>
        <p:spPr>
          <a:xfrm flipV="1">
            <a:off x="3211313" y="2194867"/>
            <a:ext cx="2092460" cy="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7FD7DDF-DC25-A500-45D2-4DAF191B0309}"/>
              </a:ext>
            </a:extLst>
          </p:cNvPr>
          <p:cNvCxnSpPr>
            <a:cxnSpLocks/>
          </p:cNvCxnSpPr>
          <p:nvPr/>
        </p:nvCxnSpPr>
        <p:spPr>
          <a:xfrm>
            <a:off x="1901092" y="3131618"/>
            <a:ext cx="0" cy="104052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BC2DC050-4E35-C571-B4B1-9B6298236FC3}"/>
              </a:ext>
            </a:extLst>
          </p:cNvPr>
          <p:cNvCxnSpPr>
            <a:cxnSpLocks/>
          </p:cNvCxnSpPr>
          <p:nvPr/>
        </p:nvCxnSpPr>
        <p:spPr>
          <a:xfrm flipV="1">
            <a:off x="6379486" y="2193345"/>
            <a:ext cx="215432" cy="1523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54C0BD74-E2A2-853D-563A-5FDF3F48E599}"/>
              </a:ext>
            </a:extLst>
          </p:cNvPr>
          <p:cNvCxnSpPr>
            <a:cxnSpLocks/>
          </p:cNvCxnSpPr>
          <p:nvPr/>
        </p:nvCxnSpPr>
        <p:spPr>
          <a:xfrm>
            <a:off x="11179571" y="1885425"/>
            <a:ext cx="831189" cy="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1B0ED04E-A938-0F7A-265C-701D3DF596EB}"/>
                  </a:ext>
                </a:extLst>
              </p:cNvPr>
              <p:cNvSpPr txBox="1"/>
              <p:nvPr/>
            </p:nvSpPr>
            <p:spPr>
              <a:xfrm>
                <a:off x="11110663" y="2257738"/>
                <a:ext cx="50975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𝑼</m:t>
                      </m:r>
                      <m:r>
                        <a:rPr lang="fr-FR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fr-FR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1B0ED04E-A938-0F7A-265C-701D3DF596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10663" y="2257738"/>
                <a:ext cx="509755" cy="276999"/>
              </a:xfrm>
              <a:prstGeom prst="rect">
                <a:avLst/>
              </a:prstGeom>
              <a:blipFill>
                <a:blip r:embed="rId5"/>
                <a:stretch>
                  <a:fillRect l="-10843" t="-2174" r="-18072" b="-3260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F3D684A0-E125-5106-395B-BCA68A5260C0}"/>
              </a:ext>
            </a:extLst>
          </p:cNvPr>
          <p:cNvCxnSpPr>
            <a:cxnSpLocks/>
          </p:cNvCxnSpPr>
          <p:nvPr/>
        </p:nvCxnSpPr>
        <p:spPr>
          <a:xfrm flipH="1">
            <a:off x="4248319" y="2193345"/>
            <a:ext cx="166058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ADED27BA-BC90-CEE4-F723-2C2BFC78CE59}"/>
              </a:ext>
            </a:extLst>
          </p:cNvPr>
          <p:cNvCxnSpPr>
            <a:cxnSpLocks/>
          </p:cNvCxnSpPr>
          <p:nvPr/>
        </p:nvCxnSpPr>
        <p:spPr>
          <a:xfrm>
            <a:off x="4431671" y="5018462"/>
            <a:ext cx="0" cy="104052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C9122D9A-7882-A8C1-A4D5-78572E61540A}"/>
              </a:ext>
            </a:extLst>
          </p:cNvPr>
          <p:cNvCxnSpPr>
            <a:cxnSpLocks/>
          </p:cNvCxnSpPr>
          <p:nvPr/>
        </p:nvCxnSpPr>
        <p:spPr>
          <a:xfrm flipV="1">
            <a:off x="4248319" y="5075742"/>
            <a:ext cx="0" cy="158381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66FC6250-3709-F68A-91D4-A8D9E4FE0D45}"/>
              </a:ext>
            </a:extLst>
          </p:cNvPr>
          <p:cNvCxnSpPr>
            <a:cxnSpLocks/>
          </p:cNvCxnSpPr>
          <p:nvPr/>
        </p:nvCxnSpPr>
        <p:spPr>
          <a:xfrm flipV="1">
            <a:off x="6570733" y="4108223"/>
            <a:ext cx="0" cy="158381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19071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tructure and the induced magnetic field of a Helmholtz coil pair ...">
            <a:extLst>
              <a:ext uri="{FF2B5EF4-FFF2-40B4-BE49-F238E27FC236}">
                <a16:creationId xmlns:a16="http://schemas.microsoft.com/office/drawing/2014/main" id="{FDFAC5DD-D35C-85C0-4B7D-EF520BFADB0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42"/>
          <a:stretch>
            <a:fillRect/>
          </a:stretch>
        </p:blipFill>
        <p:spPr bwMode="auto">
          <a:xfrm>
            <a:off x="3579962" y="1452562"/>
            <a:ext cx="4420050" cy="3952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38983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</Words>
  <Application>Microsoft Office PowerPoint</Application>
  <PresentationFormat>Widescreen</PresentationFormat>
  <Paragraphs>25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Arial Black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 MOREL</dc:creator>
  <cp:lastModifiedBy>Christophe MOREL</cp:lastModifiedBy>
  <cp:revision>4</cp:revision>
  <dcterms:created xsi:type="dcterms:W3CDTF">2026-03-08T14:46:40Z</dcterms:created>
  <dcterms:modified xsi:type="dcterms:W3CDTF">2026-05-17T21:14:45Z</dcterms:modified>
</cp:coreProperties>
</file>