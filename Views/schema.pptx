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57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5" autoAdjust="0"/>
    <p:restoredTop sz="94660"/>
  </p:normalViewPr>
  <p:slideViewPr>
    <p:cSldViewPr snapToGrid="0">
      <p:cViewPr>
        <p:scale>
          <a:sx n="75" d="100"/>
          <a:sy n="75" d="100"/>
        </p:scale>
        <p:origin x="1353" y="8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99537-68B0-0DED-545A-93BB6EE68F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5784FC-8668-F9DA-95B8-444606B439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6D000-891B-9AEE-9F9E-3E8961969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D1823-DB4A-415E-232B-DEC80A1CB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718F0-F7A7-CB6F-98B1-1A72091CC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9522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023687-4385-3973-5DCF-03F0EB212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36EF9D-8CD2-24D0-2CBA-6AD7429AB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405FA6-43F4-C9D0-AB44-A3AD595B5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8DE2D6-01A3-DA7E-29E5-52A9BCCFE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9AABBB-AE5D-71A9-8EFE-9E15D9BD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93314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D167F-FC2E-1C95-2606-D1D165361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18ADF7-1520-48AF-FAD6-A3EAA4383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B8AA67-4C6D-2D1C-B9B5-847D94364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630E4-CE72-C9DE-EDA2-464A313BB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EAC312-5D78-51FA-120D-D8A2618C0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3878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C18B6-4D43-4410-4FDD-02A3B71EA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8472E8-5BE8-DBCD-DBD0-9B14895A50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6BA187-AF29-866F-AB29-E86F07C901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31C88D-7B8A-DAAE-791D-53D891831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B45BB6-A0E1-04F8-D50F-DB357D737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F27B3E-12DD-9EDA-1F70-8AD5D808B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5583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57E0B-F565-8062-3475-C76E6A4F3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7984AE-5985-2631-9C99-D5F62157F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411B3-E3E2-9285-7C3E-F499554341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336452-46F5-1A4D-C0FB-630BE8230D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EB2F9A-425C-0963-A254-2248F08310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5AF5C2E-8DAF-C114-DAE6-2EEA56181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C9A648-FB99-F327-A9D1-CB769E889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077D79-BB64-703F-663F-7CC25D87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96279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ED571-CE9D-0364-6B43-46868E765C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EC2125-C879-A86D-036C-7E38BE006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A0AE3-89D7-9C6D-EED3-0F28D8D8E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702CB0-94AF-39D5-014C-523E9C85F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549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1FECA0E-7A35-2FC1-084B-980651B73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595743-15FA-7DCF-47A0-78001801E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4524D3-FA4B-F968-4D22-AC2F3FFB2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01471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BB301-277E-8EFD-665E-07A77644E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8233E5-A259-B67A-203E-5EA6D2BD5F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6F6C31-C8BD-4CE4-4438-B96B6DE1AA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2C3599-9DEA-4667-BEEC-6246C355E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48A666-EDB7-51D4-9C5F-1C9907592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6AC5A-1A54-316A-0452-5011493A4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55178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A4A012-6770-8EFD-8FEF-965FE741CC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C68E5B-7988-DB2D-7959-DEB8B22DBA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FDF442-C1F4-0C03-4238-17558CCBB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D2C244-68C4-0482-067B-4DBFD9F21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E7CB13-87E4-4AE0-D20E-3A711BE1F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A7336-1FE9-D7B4-88A9-99E89AC8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7258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1B875-4855-4F16-DA8D-8263D2850F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56DC1F-CA79-85D9-C199-4D9F02DC2A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E0EFC6-2DEF-341B-2AB6-C6455966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7887CB-B245-D957-BBB5-7E27AADE3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66CAC7-F7BB-4922-8358-6B997F6D6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550051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27B59F-AEDA-210A-1FD9-BC299A4E8A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0956EC-2AF7-176B-D435-425BC8C550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A7D8EF-6FDA-9E71-14BE-5A56FB9A3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E92A1-018D-EBFA-2D7E-E65A581FE8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9265CD-F2AF-60E0-769B-B2312592A9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1203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EE5F00-7A49-A5E1-9B44-A83389D0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CDC9AA-E97F-C7A1-C8AE-F86578C710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BE0B1-ADE3-6C5E-7D1D-642A3F62B28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F21FBF-104B-42A2-A428-D4B0ACD1525D}" type="datetimeFigureOut">
              <a:rPr lang="fr-FR" smtClean="0"/>
              <a:t>09/03/2026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BE33D3-C912-D313-0E7F-902EC5986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CF87F5-2908-4CCD-EBBF-FFCBF97DC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9E60E9-DD4C-4C6D-90A2-5E6BB2C11081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473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9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3.png"/><Relationship Id="rId7" Type="http://schemas.microsoft.com/office/2007/relationships/hdphoto" Target="../media/hdphoto1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15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707B4C5F-D820-1C1E-1BDA-372279012C77}"/>
              </a:ext>
            </a:extLst>
          </p:cNvPr>
          <p:cNvGrpSpPr/>
          <p:nvPr/>
        </p:nvGrpSpPr>
        <p:grpSpPr>
          <a:xfrm>
            <a:off x="1323370" y="2621953"/>
            <a:ext cx="9331143" cy="2342357"/>
            <a:chOff x="1323370" y="2621953"/>
            <a:chExt cx="9331143" cy="234235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592163DC-B6F2-8095-C69C-7FCD4F6EB5E1}"/>
                </a:ext>
              </a:extLst>
            </p:cNvPr>
            <p:cNvCxnSpPr/>
            <p:nvPr/>
          </p:nvCxnSpPr>
          <p:spPr>
            <a:xfrm>
              <a:off x="1537487" y="4687311"/>
              <a:ext cx="8990251" cy="0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lgDashDot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85251C7-5EBB-7FA0-C7AA-33EB52D41B9B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537486" y="2760453"/>
              <a:ext cx="1" cy="1926858"/>
            </a:xfrm>
            <a:prstGeom prst="straightConnector1">
              <a:avLst/>
            </a:prstGeom>
            <a:ln w="19050">
              <a:solidFill>
                <a:schemeClr val="accent1"/>
              </a:solidFill>
              <a:prstDash val="lgDashDot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BC252BB-CBB3-8910-69E2-9C71CA642A1A}"/>
                    </a:ext>
                  </a:extLst>
                </p:cNvPr>
                <p:cNvSpPr txBox="1"/>
                <p:nvPr/>
              </p:nvSpPr>
              <p:spPr>
                <a:xfrm>
                  <a:off x="1323370" y="2621953"/>
                  <a:ext cx="169084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oMath>
                    </m:oMathPara>
                  </a14:m>
                  <a:endParaRPr lang="fr-FR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EBC252BB-CBB3-8910-69E2-9C71CA642A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23370" y="2621953"/>
                  <a:ext cx="169084" cy="276999"/>
                </a:xfrm>
                <a:prstGeom prst="rect">
                  <a:avLst/>
                </a:prstGeom>
                <a:blipFill>
                  <a:blip r:embed="rId2"/>
                  <a:stretch>
                    <a:fillRect l="-21429" r="-14286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76151F5-418F-5529-F69C-FA6B54961AFB}"/>
                    </a:ext>
                  </a:extLst>
                </p:cNvPr>
                <p:cNvSpPr txBox="1"/>
                <p:nvPr/>
              </p:nvSpPr>
              <p:spPr>
                <a:xfrm>
                  <a:off x="10471193" y="4687311"/>
                  <a:ext cx="183320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fr-FR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oMath>
                    </m:oMathPara>
                  </a14:m>
                  <a:endParaRPr lang="fr-FR" dirty="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976151F5-418F-5529-F69C-FA6B54961A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71193" y="4687311"/>
                  <a:ext cx="183320" cy="276999"/>
                </a:xfrm>
                <a:prstGeom prst="rect">
                  <a:avLst/>
                </a:prstGeom>
                <a:blipFill>
                  <a:blip r:embed="rId3"/>
                  <a:stretch>
                    <a:fillRect l="-20000" r="-13333"/>
                  </a:stretch>
                </a:blipFill>
              </p:spPr>
              <p:txBody>
                <a:bodyPr/>
                <a:lstStyle/>
                <a:p>
                  <a:r>
                    <a:rPr lang="fr-FR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8C73712-A463-B3F0-AA40-1925E514A4BF}"/>
              </a:ext>
            </a:extLst>
          </p:cNvPr>
          <p:cNvCxnSpPr>
            <a:cxnSpLocks/>
          </p:cNvCxnSpPr>
          <p:nvPr/>
        </p:nvCxnSpPr>
        <p:spPr>
          <a:xfrm flipV="1">
            <a:off x="1537487" y="3300950"/>
            <a:ext cx="3383883" cy="13863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0950FDF-C194-3EE9-168B-E85CB00D4425}"/>
              </a:ext>
            </a:extLst>
          </p:cNvPr>
          <p:cNvCxnSpPr>
            <a:cxnSpLocks/>
          </p:cNvCxnSpPr>
          <p:nvPr/>
        </p:nvCxnSpPr>
        <p:spPr>
          <a:xfrm flipH="1" flipV="1">
            <a:off x="4899804" y="3300950"/>
            <a:ext cx="4947529" cy="1386361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BB775C9-2B6B-69B5-B374-F9B438C7AF9D}"/>
              </a:ext>
            </a:extLst>
          </p:cNvPr>
          <p:cNvGrpSpPr/>
          <p:nvPr/>
        </p:nvGrpSpPr>
        <p:grpSpPr>
          <a:xfrm>
            <a:off x="1425629" y="4196212"/>
            <a:ext cx="111857" cy="768288"/>
            <a:chOff x="6527321" y="738790"/>
            <a:chExt cx="111857" cy="76828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76B16FAD-4A54-81FB-75A2-4836A0E32428}"/>
                </a:ext>
              </a:extLst>
            </p:cNvPr>
            <p:cNvCxnSpPr>
              <a:cxnSpLocks/>
            </p:cNvCxnSpPr>
            <p:nvPr/>
          </p:nvCxnSpPr>
          <p:spPr>
            <a:xfrm>
              <a:off x="6639178" y="866838"/>
              <a:ext cx="0" cy="6402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A0D9BA9-0833-134B-B8B5-5E4391C4A242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37903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8CFF4480-C0BE-E168-3230-9A298B644CBD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250982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BD2D6420-2D7B-6518-B4E0-EC289EEBCC3A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122934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C16E11A6-97D6-C094-07D6-D223422F8A82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994886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EE3E78CE-DB2B-1001-9DEC-B789910941D0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866838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68CA5A97-890A-B292-1BE3-00AD1A6656F6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73879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9BFAC5C9-CDF2-70DB-3F93-323B55142DAF}"/>
              </a:ext>
            </a:extLst>
          </p:cNvPr>
          <p:cNvGrpSpPr/>
          <p:nvPr/>
        </p:nvGrpSpPr>
        <p:grpSpPr>
          <a:xfrm rot="10800000">
            <a:off x="9847333" y="4324260"/>
            <a:ext cx="111857" cy="768288"/>
            <a:chOff x="6527321" y="738790"/>
            <a:chExt cx="111857" cy="76828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40F61200-B8A8-E9F1-C233-B5E0C1CBD972}"/>
                </a:ext>
              </a:extLst>
            </p:cNvPr>
            <p:cNvCxnSpPr>
              <a:cxnSpLocks/>
            </p:cNvCxnSpPr>
            <p:nvPr/>
          </p:nvCxnSpPr>
          <p:spPr>
            <a:xfrm>
              <a:off x="6639178" y="866838"/>
              <a:ext cx="0" cy="6402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4FABC709-5D33-34C8-60FC-BB53012EBD81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37903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67AAAA3-4483-AAB5-57CC-4DF229E24821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250982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128BABE-1D57-21F1-0317-CDF78E653DED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122934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DFAB1B17-8717-CB43-9385-F9446A61979C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994886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1EC697D5-74F4-B7DE-5A1C-4A1FB3EFE088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866838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6DC889B5-51B6-1E49-600B-8BC2360FF342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73879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CC8CDAD0-AC23-7B2F-F564-A4F9378D9740}"/>
              </a:ext>
            </a:extLst>
          </p:cNvPr>
          <p:cNvCxnSpPr>
            <a:cxnSpLocks/>
          </p:cNvCxnSpPr>
          <p:nvPr/>
        </p:nvCxnSpPr>
        <p:spPr>
          <a:xfrm>
            <a:off x="4912744" y="3347049"/>
            <a:ext cx="0" cy="1340262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9BC6443-29A4-328A-99CB-33D4C0213015}"/>
                  </a:ext>
                </a:extLst>
              </p:cNvPr>
              <p:cNvSpPr txBox="1"/>
              <p:nvPr/>
            </p:nvSpPr>
            <p:spPr>
              <a:xfrm>
                <a:off x="4950224" y="3855630"/>
                <a:ext cx="4199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09BC6443-29A4-328A-99CB-33D4C02130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0224" y="3855630"/>
                <a:ext cx="419922" cy="369332"/>
              </a:xfrm>
              <a:prstGeom prst="rect">
                <a:avLst/>
              </a:prstGeom>
              <a:blipFill>
                <a:blip r:embed="rId4"/>
                <a:stretch>
                  <a:fillRect l="-15942" r="-7246"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5BC19E-59ED-5EAF-0FF2-D0742763C1E7}"/>
                  </a:ext>
                </a:extLst>
              </p:cNvPr>
              <p:cNvSpPr txBox="1"/>
              <p:nvPr/>
            </p:nvSpPr>
            <p:spPr>
              <a:xfrm>
                <a:off x="4773124" y="4635405"/>
                <a:ext cx="3942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95BC19E-59ED-5EAF-0FF2-D0742763C1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3124" y="4635405"/>
                <a:ext cx="394275" cy="369332"/>
              </a:xfrm>
              <a:prstGeom prst="rect">
                <a:avLst/>
              </a:prstGeom>
              <a:blipFill>
                <a:blip r:embed="rId5"/>
                <a:stretch>
                  <a:fillRect l="-10769" r="-7692" b="-1475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Picture 61">
            <a:extLst>
              <a:ext uri="{FF2B5EF4-FFF2-40B4-BE49-F238E27FC236}">
                <a16:creationId xmlns:a16="http://schemas.microsoft.com/office/drawing/2014/main" id="{719515DC-945A-E380-9068-FEFF07DF97B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2494" b="70953" l="13960" r="44675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20" t="27687" r="51486" b="24239"/>
          <a:stretch>
            <a:fillRect/>
          </a:stretch>
        </p:blipFill>
        <p:spPr>
          <a:xfrm>
            <a:off x="2301556" y="5013712"/>
            <a:ext cx="689925" cy="5400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087A6B2-8411-1167-DA32-B48DEB15357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786" r="5431" b="11456"/>
          <a:stretch>
            <a:fillRect/>
          </a:stretch>
        </p:blipFill>
        <p:spPr>
          <a:xfrm>
            <a:off x="3225847" y="5025640"/>
            <a:ext cx="877460" cy="5400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C996144-DCA7-777A-F04A-ECD303FD1C9E}"/>
                  </a:ext>
                </a:extLst>
              </p:cNvPr>
              <p:cNvSpPr txBox="1"/>
              <p:nvPr/>
            </p:nvSpPr>
            <p:spPr>
              <a:xfrm>
                <a:off x="2446108" y="4635405"/>
                <a:ext cx="468013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EC996144-DCA7-777A-F04A-ECD303FD1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108" y="4635405"/>
                <a:ext cx="468013" cy="369332"/>
              </a:xfrm>
              <a:prstGeom prst="rect">
                <a:avLst/>
              </a:prstGeom>
              <a:blipFill>
                <a:blip r:embed="rId9"/>
                <a:stretch>
                  <a:fillRect l="-9091" r="-2597" b="-983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727A7F-0EDF-C7B6-4FD1-3650819AE293}"/>
                  </a:ext>
                </a:extLst>
              </p:cNvPr>
              <p:cNvSpPr txBox="1"/>
              <p:nvPr/>
            </p:nvSpPr>
            <p:spPr>
              <a:xfrm>
                <a:off x="3340376" y="4644380"/>
                <a:ext cx="3942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9C727A7F-0EDF-C7B6-4FD1-3650819AE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0376" y="4644380"/>
                <a:ext cx="394275" cy="369332"/>
              </a:xfrm>
              <a:prstGeom prst="rect">
                <a:avLst/>
              </a:prstGeom>
              <a:blipFill>
                <a:blip r:embed="rId10"/>
                <a:stretch>
                  <a:fillRect l="-10769" r="-7692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502E12-F790-8D13-969E-228EC2DBB380}"/>
                  </a:ext>
                </a:extLst>
              </p:cNvPr>
              <p:cNvSpPr txBox="1"/>
              <p:nvPr/>
            </p:nvSpPr>
            <p:spPr>
              <a:xfrm>
                <a:off x="3703976" y="4644380"/>
                <a:ext cx="394275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5C502E12-F790-8D13-969E-228EC2DBB3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3976" y="4644380"/>
                <a:ext cx="394275" cy="369332"/>
              </a:xfrm>
              <a:prstGeom prst="rect">
                <a:avLst/>
              </a:prstGeom>
              <a:blipFill>
                <a:blip r:embed="rId11"/>
                <a:stretch>
                  <a:fillRect l="-10938" r="-9375" b="-1666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5F70CB7-05AF-F5D3-7C69-12AB9E8852C5}"/>
                  </a:ext>
                </a:extLst>
              </p:cNvPr>
              <p:cNvSpPr txBox="1"/>
              <p:nvPr/>
            </p:nvSpPr>
            <p:spPr>
              <a:xfrm>
                <a:off x="1550696" y="4687310"/>
                <a:ext cx="253274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5F70CB7-05AF-F5D3-7C69-12AB9E8852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0696" y="4687310"/>
                <a:ext cx="253274" cy="369332"/>
              </a:xfrm>
              <a:prstGeom prst="rect">
                <a:avLst/>
              </a:prstGeom>
              <a:blipFill>
                <a:blip r:embed="rId12"/>
                <a:stretch>
                  <a:fillRect l="-26190" r="-28571" b="-49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C53D511-8E01-FB02-FDDA-1EE2B932AF3E}"/>
                  </a:ext>
                </a:extLst>
              </p:cNvPr>
              <p:cNvSpPr txBox="1"/>
              <p:nvPr/>
            </p:nvSpPr>
            <p:spPr>
              <a:xfrm>
                <a:off x="9612284" y="4687311"/>
                <a:ext cx="24365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C53D511-8E01-FB02-FDDA-1EE2B932AF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12284" y="4687311"/>
                <a:ext cx="243656" cy="369332"/>
              </a:xfrm>
              <a:prstGeom prst="rect">
                <a:avLst/>
              </a:prstGeom>
              <a:blipFill>
                <a:blip r:embed="rId13"/>
                <a:stretch>
                  <a:fillRect l="-30000" r="-27500" b="-491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79411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45205-B93B-084F-451C-23EC28DAC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17A4769-1495-EF13-416F-053953FE900C}"/>
              </a:ext>
            </a:extLst>
          </p:cNvPr>
          <p:cNvCxnSpPr/>
          <p:nvPr/>
        </p:nvCxnSpPr>
        <p:spPr>
          <a:xfrm rot="16200000">
            <a:off x="1028792" y="3403906"/>
            <a:ext cx="5847760" cy="0"/>
          </a:xfrm>
          <a:prstGeom prst="straightConnector1">
            <a:avLst/>
          </a:prstGeom>
          <a:ln w="19050">
            <a:solidFill>
              <a:schemeClr val="accent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1CA7DC18-3D43-7DED-BEA3-78A3455FFECF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15400" y="5590515"/>
            <a:ext cx="1" cy="1474543"/>
          </a:xfrm>
          <a:prstGeom prst="straightConnector1">
            <a:avLst/>
          </a:prstGeom>
          <a:ln w="19050">
            <a:solidFill>
              <a:schemeClr val="accent1"/>
            </a:solidFill>
            <a:prstDash val="lgDashDot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C81304-813E-5F0F-2A35-FD738C6763E4}"/>
                  </a:ext>
                </a:extLst>
              </p:cNvPr>
              <p:cNvSpPr txBox="1"/>
              <p:nvPr/>
            </p:nvSpPr>
            <p:spPr>
              <a:xfrm>
                <a:off x="2415067" y="6294558"/>
                <a:ext cx="109982" cy="211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fr-FR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C81304-813E-5F0F-2A35-FD738C6763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5067" y="6294558"/>
                <a:ext cx="109982" cy="211976"/>
              </a:xfrm>
              <a:prstGeom prst="rect">
                <a:avLst/>
              </a:prstGeom>
              <a:blipFill>
                <a:blip r:embed="rId2"/>
                <a:stretch>
                  <a:fillRect l="-55556" r="-55556" b="-323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9800C6-5D39-382C-EA5C-6B2CCABB757D}"/>
                  </a:ext>
                </a:extLst>
              </p:cNvPr>
              <p:cNvSpPr txBox="1"/>
              <p:nvPr/>
            </p:nvSpPr>
            <p:spPr>
              <a:xfrm>
                <a:off x="3999039" y="351198"/>
                <a:ext cx="119242" cy="21197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fr-FR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49800C6-5D39-382C-EA5C-6B2CCABB7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039" y="351198"/>
                <a:ext cx="119242" cy="211976"/>
              </a:xfrm>
              <a:prstGeom prst="rect">
                <a:avLst/>
              </a:prstGeom>
              <a:blipFill>
                <a:blip r:embed="rId3"/>
                <a:stretch>
                  <a:fillRect l="-50000" r="-50000" b="-3235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56EA2449-BA15-25D9-D335-B2918FE9FFE7}"/>
              </a:ext>
            </a:extLst>
          </p:cNvPr>
          <p:cNvCxnSpPr>
            <a:cxnSpLocks/>
          </p:cNvCxnSpPr>
          <p:nvPr/>
        </p:nvCxnSpPr>
        <p:spPr>
          <a:xfrm flipH="1" flipV="1">
            <a:off x="2927023" y="3916378"/>
            <a:ext cx="1025649" cy="2411408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2645883-E8BB-3414-026E-D2FC49A5236E}"/>
              </a:ext>
            </a:extLst>
          </p:cNvPr>
          <p:cNvCxnSpPr>
            <a:cxnSpLocks/>
          </p:cNvCxnSpPr>
          <p:nvPr/>
        </p:nvCxnSpPr>
        <p:spPr>
          <a:xfrm flipH="1">
            <a:off x="2927025" y="922599"/>
            <a:ext cx="1025647" cy="3019949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E532859-5777-EFD3-7802-5CFFD6680A41}"/>
              </a:ext>
            </a:extLst>
          </p:cNvPr>
          <p:cNvGrpSpPr/>
          <p:nvPr/>
        </p:nvGrpSpPr>
        <p:grpSpPr>
          <a:xfrm rot="16200000">
            <a:off x="3834445" y="6070197"/>
            <a:ext cx="72758" cy="587938"/>
            <a:chOff x="6527321" y="738790"/>
            <a:chExt cx="111857" cy="768288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4F418B51-6A88-701A-CF82-01448A6D5D82}"/>
                </a:ext>
              </a:extLst>
            </p:cNvPr>
            <p:cNvCxnSpPr>
              <a:cxnSpLocks/>
            </p:cNvCxnSpPr>
            <p:nvPr/>
          </p:nvCxnSpPr>
          <p:spPr>
            <a:xfrm>
              <a:off x="6639178" y="866838"/>
              <a:ext cx="0" cy="6402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D1B7E03B-264E-FF39-6259-99AD3CBDA3D3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37903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E0F1101B-19E2-99DB-1564-A0C57827E0A4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250982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06AD40F6-582F-E7FF-AD6E-42505AEAB5BE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122934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422A4D33-73EA-890D-6B31-5896B1D50826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994886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D5E7AD93-0308-0315-B263-18BAC9ADB895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866838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FBEBE7E2-A940-3183-CEA6-072C5D2E5F64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73879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BBE8CC44-72F6-6F89-8676-3A53EB4775D2}"/>
              </a:ext>
            </a:extLst>
          </p:cNvPr>
          <p:cNvGrpSpPr/>
          <p:nvPr/>
        </p:nvGrpSpPr>
        <p:grpSpPr>
          <a:xfrm rot="5400000">
            <a:off x="3932435" y="592252"/>
            <a:ext cx="72758" cy="587938"/>
            <a:chOff x="6527321" y="738790"/>
            <a:chExt cx="111857" cy="768288"/>
          </a:xfrm>
        </p:grpSpPr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F5B4CFBA-A0A3-BCC1-3DEB-8D8420BF8FBA}"/>
                </a:ext>
              </a:extLst>
            </p:cNvPr>
            <p:cNvCxnSpPr>
              <a:cxnSpLocks/>
            </p:cNvCxnSpPr>
            <p:nvPr/>
          </p:nvCxnSpPr>
          <p:spPr>
            <a:xfrm>
              <a:off x="6639178" y="866838"/>
              <a:ext cx="0" cy="6402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A1F7C322-B1C6-0195-5FE9-5C126C4A0A81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37903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9422A1C9-C2C8-AE72-2E23-060C8FFEF118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250982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3B195033-52E0-BA5B-20AA-41CF767A3557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1122934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C3F9984E-F4F0-B154-1C22-EA0004F88D56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994886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7D2887D-F9E2-A831-8004-3C6C7EB232A4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866838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6F9FB80-BC32-2067-3785-4B6837A1ED23}"/>
                </a:ext>
              </a:extLst>
            </p:cNvPr>
            <p:cNvCxnSpPr>
              <a:cxnSpLocks/>
            </p:cNvCxnSpPr>
            <p:nvPr/>
          </p:nvCxnSpPr>
          <p:spPr>
            <a:xfrm>
              <a:off x="6527321" y="738790"/>
              <a:ext cx="111857" cy="128048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14B5B507-ADAD-3DC7-26FF-3799B88D0D28}"/>
              </a:ext>
            </a:extLst>
          </p:cNvPr>
          <p:cNvCxnSpPr>
            <a:cxnSpLocks/>
          </p:cNvCxnSpPr>
          <p:nvPr/>
        </p:nvCxnSpPr>
        <p:spPr>
          <a:xfrm rot="16200000">
            <a:off x="3439849" y="3429725"/>
            <a:ext cx="0" cy="102564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prstDash val="solid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6F4CFF4-52F0-ED00-0109-982F4335F0C5}"/>
                  </a:ext>
                </a:extLst>
              </p:cNvPr>
              <p:cNvSpPr txBox="1"/>
              <p:nvPr/>
            </p:nvSpPr>
            <p:spPr>
              <a:xfrm>
                <a:off x="3303714" y="3541660"/>
                <a:ext cx="273141" cy="282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𝑨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6F4CFF4-52F0-ED00-0109-982F4335F0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714" y="3541660"/>
                <a:ext cx="273141" cy="282634"/>
              </a:xfrm>
              <a:prstGeom prst="rect">
                <a:avLst/>
              </a:prstGeom>
              <a:blipFill>
                <a:blip r:embed="rId4"/>
                <a:stretch>
                  <a:fillRect l="-40000" r="-51111" b="-521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2BE060F-CD64-AE1A-EADD-3839F820BD41}"/>
                  </a:ext>
                </a:extLst>
              </p:cNvPr>
              <p:cNvSpPr txBox="1"/>
              <p:nvPr/>
            </p:nvSpPr>
            <p:spPr>
              <a:xfrm>
                <a:off x="3988821" y="3715871"/>
                <a:ext cx="256458" cy="282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b>
                          <m:r>
                            <a:rPr lang="fr-FR" sz="2400" b="1" i="1" smtClean="0">
                              <a:solidFill>
                                <a:schemeClr val="bg1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2BE060F-CD64-AE1A-EADD-3839F820BD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8821" y="3715871"/>
                <a:ext cx="256458" cy="282634"/>
              </a:xfrm>
              <a:prstGeom prst="rect">
                <a:avLst/>
              </a:prstGeom>
              <a:blipFill>
                <a:blip r:embed="rId5"/>
                <a:stretch>
                  <a:fillRect l="-30952" r="-52381" b="-5217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2" name="Picture 61">
            <a:extLst>
              <a:ext uri="{FF2B5EF4-FFF2-40B4-BE49-F238E27FC236}">
                <a16:creationId xmlns:a16="http://schemas.microsoft.com/office/drawing/2014/main" id="{26F65151-C283-6634-11F4-1F54BEA06EA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32494" b="70953" l="13960" r="44675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20" t="27687" r="51486" b="24239"/>
          <a:stretch>
            <a:fillRect/>
          </a:stretch>
        </p:blipFill>
        <p:spPr>
          <a:xfrm rot="16200000">
            <a:off x="4014100" y="5602303"/>
            <a:ext cx="448766" cy="41323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AC2219B2-7BC9-DD45-FC83-0D9FEFE8639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786" r="5431" b="11456"/>
          <a:stretch>
            <a:fillRect/>
          </a:stretch>
        </p:blipFill>
        <p:spPr>
          <a:xfrm rot="16200000">
            <a:off x="3954584" y="5020633"/>
            <a:ext cx="570749" cy="41323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E9278F3-D1C9-53A8-28BF-57FD58D29E85}"/>
                  </a:ext>
                </a:extLst>
              </p:cNvPr>
              <p:cNvSpPr txBox="1"/>
              <p:nvPr/>
            </p:nvSpPr>
            <p:spPr>
              <a:xfrm>
                <a:off x="4012310" y="6024151"/>
                <a:ext cx="164744" cy="282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6E9278F3-D1C9-53A8-28BF-57FD58D29E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12310" y="6024151"/>
                <a:ext cx="164744" cy="282634"/>
              </a:xfrm>
              <a:prstGeom prst="rect">
                <a:avLst/>
              </a:prstGeom>
              <a:blipFill>
                <a:blip r:embed="rId9"/>
                <a:stretch>
                  <a:fillRect l="-62963" r="-77778" b="-3829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DEB4200-8ECA-D635-52D8-58AE03D14F20}"/>
                  </a:ext>
                </a:extLst>
              </p:cNvPr>
              <p:cNvSpPr txBox="1"/>
              <p:nvPr/>
            </p:nvSpPr>
            <p:spPr>
              <a:xfrm>
                <a:off x="4027562" y="931191"/>
                <a:ext cx="158487" cy="2826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𝑳</m:t>
                      </m:r>
                    </m:oMath>
                  </m:oMathPara>
                </a14:m>
                <a:endParaRPr lang="fr-FR" sz="2400" b="1" dirty="0">
                  <a:solidFill>
                    <a:schemeClr val="bg1">
                      <a:lumMod val="50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CDEB4200-8ECA-D635-52D8-58AE03D14F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27562" y="931191"/>
                <a:ext cx="158487" cy="282634"/>
              </a:xfrm>
              <a:prstGeom prst="rect">
                <a:avLst/>
              </a:prstGeom>
              <a:blipFill>
                <a:blip r:embed="rId10"/>
                <a:stretch>
                  <a:fillRect l="-69231" r="-73077" b="-3913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7">
            <a:extLst>
              <a:ext uri="{FF2B5EF4-FFF2-40B4-BE49-F238E27FC236}">
                <a16:creationId xmlns:a16="http://schemas.microsoft.com/office/drawing/2014/main" id="{14781380-009E-B70B-A2E4-84EC9744C4D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76" t="6786" r="5431" b="11456"/>
          <a:stretch>
            <a:fillRect/>
          </a:stretch>
        </p:blipFill>
        <p:spPr>
          <a:xfrm rot="16200000">
            <a:off x="3951320" y="4374757"/>
            <a:ext cx="570749" cy="413239"/>
          </a:xfrm>
          <a:prstGeom prst="rect">
            <a:avLst/>
          </a:prstGeom>
        </p:spPr>
      </p:pic>
      <p:grpSp>
        <p:nvGrpSpPr>
          <p:cNvPr id="49" name="Group 48">
            <a:extLst>
              <a:ext uri="{FF2B5EF4-FFF2-40B4-BE49-F238E27FC236}">
                <a16:creationId xmlns:a16="http://schemas.microsoft.com/office/drawing/2014/main" id="{6C4043B8-6464-A357-0FB0-48CB65556274}"/>
              </a:ext>
            </a:extLst>
          </p:cNvPr>
          <p:cNvGrpSpPr>
            <a:grpSpLocks noChangeAspect="1"/>
          </p:cNvGrpSpPr>
          <p:nvPr/>
        </p:nvGrpSpPr>
        <p:grpSpPr>
          <a:xfrm rot="5400000">
            <a:off x="4626513" y="1525390"/>
            <a:ext cx="317531" cy="1080000"/>
            <a:chOff x="8724198" y="931191"/>
            <a:chExt cx="1440003" cy="4935983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03B88EB9-0056-99CA-9890-7474856C048F}"/>
                </a:ext>
              </a:extLst>
            </p:cNvPr>
            <p:cNvCxnSpPr>
              <a:cxnSpLocks/>
            </p:cNvCxnSpPr>
            <p:nvPr/>
          </p:nvCxnSpPr>
          <p:spPr>
            <a:xfrm>
              <a:off x="9437298" y="93119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DB0E5DC2-05C9-A591-0584-6EF02EF7467C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132429" y="147119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23868EC-68F0-C627-DABF-F07C94A73512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444199" y="1651190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B9F155E7-E1D1-E925-442B-B53E2BDB7992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444201" y="2349000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4EB7DA86-8F5B-4349-BCFF-0624ACDC31B5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444198" y="3046809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9654D934-83CE-5F32-B68B-AC2D6AB9049D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444198" y="3744619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E4B411AD-AC5D-1C78-CA4F-86122E3D7A99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132428" y="462860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15B85EC3-7483-0364-8DFC-E29E20EB0FD1}"/>
                </a:ext>
              </a:extLst>
            </p:cNvPr>
            <p:cNvCxnSpPr>
              <a:cxnSpLocks/>
            </p:cNvCxnSpPr>
            <p:nvPr/>
          </p:nvCxnSpPr>
          <p:spPr>
            <a:xfrm>
              <a:off x="9437298" y="5147174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C517287A-1759-B54A-84CC-3734BCACD26A}"/>
              </a:ext>
            </a:extLst>
          </p:cNvPr>
          <p:cNvCxnSpPr>
            <a:cxnSpLocks/>
            <a:stCxn id="63" idx="2"/>
          </p:cNvCxnSpPr>
          <p:nvPr/>
        </p:nvCxnSpPr>
        <p:spPr>
          <a:xfrm flipH="1" flipV="1">
            <a:off x="4236693" y="2057255"/>
            <a:ext cx="209885" cy="3169997"/>
          </a:xfrm>
          <a:prstGeom prst="bentConnector4">
            <a:avLst>
              <a:gd name="adj1" fmla="val -108917"/>
              <a:gd name="adj2" fmla="val 53259"/>
            </a:avLst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A983BBA1-5B4F-2B3D-9A24-F3F89C1B14CC}"/>
              </a:ext>
            </a:extLst>
          </p:cNvPr>
          <p:cNvCxnSpPr>
            <a:cxnSpLocks/>
            <a:stCxn id="63" idx="2"/>
          </p:cNvCxnSpPr>
          <p:nvPr/>
        </p:nvCxnSpPr>
        <p:spPr>
          <a:xfrm flipV="1">
            <a:off x="4446578" y="2058777"/>
            <a:ext cx="900507" cy="3168475"/>
          </a:xfrm>
          <a:prstGeom prst="bentConnector2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5421CE1B-E117-2392-BB82-D49043FEDA87}"/>
              </a:ext>
            </a:extLst>
          </p:cNvPr>
          <p:cNvCxnSpPr>
            <a:cxnSpLocks/>
          </p:cNvCxnSpPr>
          <p:nvPr/>
        </p:nvCxnSpPr>
        <p:spPr>
          <a:xfrm>
            <a:off x="4379504" y="1749728"/>
            <a:ext cx="904875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4AA82F8-92B3-2CE9-9C8B-ADFD2AEB6133}"/>
                  </a:ext>
                </a:extLst>
              </p:cNvPr>
              <p:cNvSpPr txBox="1"/>
              <p:nvPr/>
            </p:nvSpPr>
            <p:spPr>
              <a:xfrm>
                <a:off x="4586683" y="1378208"/>
                <a:ext cx="49051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𝒖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1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74AA82F8-92B3-2CE9-9C8B-ADFD2AEB61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6683" y="1378208"/>
                <a:ext cx="490519" cy="276999"/>
              </a:xfrm>
              <a:prstGeom prst="rect">
                <a:avLst/>
              </a:prstGeom>
              <a:blipFill>
                <a:blip r:embed="rId11"/>
                <a:stretch>
                  <a:fillRect l="-6173" t="-2174" r="-17284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982E6B56-6AB3-7C57-5474-DA3A8B6CD651}"/>
              </a:ext>
            </a:extLst>
          </p:cNvPr>
          <p:cNvCxnSpPr>
            <a:cxnSpLocks/>
          </p:cNvCxnSpPr>
          <p:nvPr/>
        </p:nvCxnSpPr>
        <p:spPr>
          <a:xfrm rot="-2700000">
            <a:off x="5222695" y="1749728"/>
            <a:ext cx="888521" cy="0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606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89891-8C4F-2429-A6C3-8C1F04680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D9E9BCA0-F5C3-9ACB-6079-EE9FEF89E113}"/>
              </a:ext>
            </a:extLst>
          </p:cNvPr>
          <p:cNvGrpSpPr>
            <a:grpSpLocks noChangeAspect="1"/>
          </p:cNvGrpSpPr>
          <p:nvPr/>
        </p:nvGrpSpPr>
        <p:grpSpPr>
          <a:xfrm rot="16200000">
            <a:off x="5685008" y="1654869"/>
            <a:ext cx="317531" cy="1080000"/>
            <a:chOff x="8724198" y="931191"/>
            <a:chExt cx="1440003" cy="4935983"/>
          </a:xfrm>
        </p:grpSpPr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B1D55AC-76A5-D807-1D0B-FA545925DA35}"/>
                </a:ext>
              </a:extLst>
            </p:cNvPr>
            <p:cNvCxnSpPr>
              <a:cxnSpLocks/>
            </p:cNvCxnSpPr>
            <p:nvPr/>
          </p:nvCxnSpPr>
          <p:spPr>
            <a:xfrm>
              <a:off x="9437298" y="93119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23C16B3-8C26-9675-12B4-4CF3D9251C87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132429" y="147119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49E0E48C-8661-9E94-B07B-82A8464C46E5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444199" y="1651190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1A6D5E7D-3D29-8B8C-2D7D-2B30ACE38FBA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444201" y="2349000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055D9D91-090E-9FAB-5DE6-933D44629572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444198" y="3046809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A5450FB6-50BD-1862-8B23-1CDA08E4DDDB}"/>
                </a:ext>
              </a:extLst>
            </p:cNvPr>
            <p:cNvCxnSpPr>
              <a:cxnSpLocks/>
            </p:cNvCxnSpPr>
            <p:nvPr/>
          </p:nvCxnSpPr>
          <p:spPr>
            <a:xfrm rot="3600000">
              <a:off x="9444198" y="3744619"/>
              <a:ext cx="0" cy="144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33C5650-69F9-4EAE-9026-D7027BD7C2F6}"/>
                </a:ext>
              </a:extLst>
            </p:cNvPr>
            <p:cNvCxnSpPr>
              <a:cxnSpLocks/>
            </p:cNvCxnSpPr>
            <p:nvPr/>
          </p:nvCxnSpPr>
          <p:spPr>
            <a:xfrm rot="-3600000">
              <a:off x="9132428" y="4628601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2FDB4D02-B993-B832-B955-97B436127591}"/>
                </a:ext>
              </a:extLst>
            </p:cNvPr>
            <p:cNvCxnSpPr>
              <a:cxnSpLocks/>
            </p:cNvCxnSpPr>
            <p:nvPr/>
          </p:nvCxnSpPr>
          <p:spPr>
            <a:xfrm>
              <a:off x="9437298" y="5147174"/>
              <a:ext cx="0" cy="720000"/>
            </a:xfrm>
            <a:prstGeom prst="line">
              <a:avLst/>
            </a:prstGeom>
            <a:ln w="571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0A2FAE53-4239-6222-7F32-30161752C46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227116" y="2390225"/>
            <a:ext cx="2540496" cy="2146737"/>
          </a:xfrm>
          <a:prstGeom prst="bentConnector3">
            <a:avLst>
              <a:gd name="adj1" fmla="val -27401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3DEC8EC5-7DC5-9128-DBF0-2E80535141AB}"/>
              </a:ext>
            </a:extLst>
          </p:cNvPr>
          <p:cNvCxnSpPr>
            <a:cxnSpLocks/>
            <a:stCxn id="10" idx="2"/>
          </p:cNvCxnSpPr>
          <p:nvPr/>
        </p:nvCxnSpPr>
        <p:spPr>
          <a:xfrm rot="10800000" flipH="1" flipV="1">
            <a:off x="2131313" y="2194867"/>
            <a:ext cx="2117006" cy="2538973"/>
          </a:xfrm>
          <a:prstGeom prst="bentConnector4">
            <a:avLst>
              <a:gd name="adj1" fmla="val -10798"/>
              <a:gd name="adj2" fmla="val 126926"/>
            </a:avLst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FF599D76-DC44-9935-C44D-DB64B8AB2098}"/>
              </a:ext>
            </a:extLst>
          </p:cNvPr>
          <p:cNvCxnSpPr>
            <a:cxnSpLocks/>
          </p:cNvCxnSpPr>
          <p:nvPr/>
        </p:nvCxnSpPr>
        <p:spPr>
          <a:xfrm flipH="1">
            <a:off x="12010760" y="4187410"/>
            <a:ext cx="821168" cy="3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EE7C641-035B-BC3C-83C9-67AFFFBA0A37}"/>
                  </a:ext>
                </a:extLst>
              </p:cNvPr>
              <p:cNvSpPr txBox="1"/>
              <p:nvPr/>
            </p:nvSpPr>
            <p:spPr>
              <a:xfrm>
                <a:off x="11620418" y="3045144"/>
                <a:ext cx="8623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fr-F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fr-FR" b="1" i="1" smtClean="0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𝑮𝑩𝑭</m:t>
                          </m:r>
                        </m:sub>
                      </m:sSub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0EE7C641-035B-BC3C-83C9-67AFFFBA0A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20418" y="3045144"/>
                <a:ext cx="862352" cy="276999"/>
              </a:xfrm>
              <a:prstGeom prst="rect">
                <a:avLst/>
              </a:prstGeom>
              <a:blipFill>
                <a:blip r:embed="rId2"/>
                <a:stretch>
                  <a:fillRect l="-5634" t="-4444" r="-9155" b="-35556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E41E505E-B79F-877A-C89A-23D3CCEE89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32494" b="70953" l="13960" r="44675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0120" t="27687" r="51486" b="24239"/>
          <a:stretch>
            <a:fillRect/>
          </a:stretch>
        </p:blipFill>
        <p:spPr>
          <a:xfrm>
            <a:off x="3271079" y="3235670"/>
            <a:ext cx="2229616" cy="1745107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BE8FAFE5-C4CE-C72A-EFE3-CB5065A3AF67}"/>
              </a:ext>
            </a:extLst>
          </p:cNvPr>
          <p:cNvSpPr/>
          <p:nvPr/>
        </p:nvSpPr>
        <p:spPr>
          <a:xfrm>
            <a:off x="2131313" y="1654868"/>
            <a:ext cx="1080000" cy="1080000"/>
          </a:xfrm>
          <a:prstGeom prst="ellipse">
            <a:avLst/>
          </a:prstGeom>
          <a:noFill/>
          <a:ln w="571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b="1" dirty="0">
                <a:solidFill>
                  <a:schemeClr val="tx1"/>
                </a:solidFill>
                <a:latin typeface="Arial Black" panose="020B0A04020102020204" pitchFamily="34" charset="0"/>
                <a:cs typeface="Arial" panose="020B0604020202020204" pitchFamily="34" charset="0"/>
              </a:rPr>
              <a:t>GBF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7356B8-48F3-9C9F-30B5-B8727FE7F4B7}"/>
              </a:ext>
            </a:extLst>
          </p:cNvPr>
          <p:cNvCxnSpPr>
            <a:stCxn id="10" idx="6"/>
          </p:cNvCxnSpPr>
          <p:nvPr/>
        </p:nvCxnSpPr>
        <p:spPr>
          <a:xfrm flipV="1">
            <a:off x="3211313" y="2194867"/>
            <a:ext cx="2092460" cy="1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D7FD7DDF-DC25-A500-45D2-4DAF191B0309}"/>
              </a:ext>
            </a:extLst>
          </p:cNvPr>
          <p:cNvCxnSpPr>
            <a:cxnSpLocks/>
          </p:cNvCxnSpPr>
          <p:nvPr/>
        </p:nvCxnSpPr>
        <p:spPr>
          <a:xfrm>
            <a:off x="1901092" y="3131618"/>
            <a:ext cx="0" cy="10405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BC2DC050-4E35-C571-B4B1-9B6298236FC3}"/>
              </a:ext>
            </a:extLst>
          </p:cNvPr>
          <p:cNvCxnSpPr>
            <a:cxnSpLocks/>
          </p:cNvCxnSpPr>
          <p:nvPr/>
        </p:nvCxnSpPr>
        <p:spPr>
          <a:xfrm flipV="1">
            <a:off x="6379486" y="2193345"/>
            <a:ext cx="215432" cy="152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54C0BD74-E2A2-853D-563A-5FDF3F48E599}"/>
              </a:ext>
            </a:extLst>
          </p:cNvPr>
          <p:cNvCxnSpPr>
            <a:cxnSpLocks/>
          </p:cNvCxnSpPr>
          <p:nvPr/>
        </p:nvCxnSpPr>
        <p:spPr>
          <a:xfrm>
            <a:off x="11179571" y="1885425"/>
            <a:ext cx="831189" cy="0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B0ED04E-A938-0F7A-265C-701D3DF596EB}"/>
                  </a:ext>
                </a:extLst>
              </p:cNvPr>
              <p:cNvSpPr txBox="1"/>
              <p:nvPr/>
            </p:nvSpPr>
            <p:spPr>
              <a:xfrm>
                <a:off x="11110663" y="2257738"/>
                <a:ext cx="50975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𝑼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fr-FR" b="1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fr-FR" b="1" dirty="0">
                  <a:solidFill>
                    <a:srgbClr val="00B050"/>
                  </a:solidFill>
                </a:endParaRPr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B0ED04E-A938-0F7A-265C-701D3DF59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10663" y="2257738"/>
                <a:ext cx="509755" cy="276999"/>
              </a:xfrm>
              <a:prstGeom prst="rect">
                <a:avLst/>
              </a:prstGeom>
              <a:blipFill>
                <a:blip r:embed="rId5"/>
                <a:stretch>
                  <a:fillRect l="-10843" t="-2174" r="-18072" b="-3260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F3D684A0-E125-5106-395B-BCA68A5260C0}"/>
              </a:ext>
            </a:extLst>
          </p:cNvPr>
          <p:cNvCxnSpPr>
            <a:cxnSpLocks/>
          </p:cNvCxnSpPr>
          <p:nvPr/>
        </p:nvCxnSpPr>
        <p:spPr>
          <a:xfrm flipH="1">
            <a:off x="4248319" y="2193345"/>
            <a:ext cx="166058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ADED27BA-BC90-CEE4-F723-2C2BFC78CE59}"/>
              </a:ext>
            </a:extLst>
          </p:cNvPr>
          <p:cNvCxnSpPr>
            <a:cxnSpLocks/>
          </p:cNvCxnSpPr>
          <p:nvPr/>
        </p:nvCxnSpPr>
        <p:spPr>
          <a:xfrm>
            <a:off x="4431671" y="5018462"/>
            <a:ext cx="0" cy="104052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9122D9A-7882-A8C1-A4D5-78572E61540A}"/>
              </a:ext>
            </a:extLst>
          </p:cNvPr>
          <p:cNvCxnSpPr>
            <a:cxnSpLocks/>
          </p:cNvCxnSpPr>
          <p:nvPr/>
        </p:nvCxnSpPr>
        <p:spPr>
          <a:xfrm flipV="1">
            <a:off x="4248319" y="5075742"/>
            <a:ext cx="0" cy="15838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66FC6250-3709-F68A-91D4-A8D9E4FE0D45}"/>
              </a:ext>
            </a:extLst>
          </p:cNvPr>
          <p:cNvCxnSpPr>
            <a:cxnSpLocks/>
          </p:cNvCxnSpPr>
          <p:nvPr/>
        </p:nvCxnSpPr>
        <p:spPr>
          <a:xfrm flipV="1">
            <a:off x="6570733" y="4108223"/>
            <a:ext cx="0" cy="158381"/>
          </a:xfrm>
          <a:prstGeom prst="straightConnector1">
            <a:avLst/>
          </a:prstGeom>
          <a:ln w="762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1907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Structure and the induced magnetic field of a Helmholtz coil pair ...">
            <a:extLst>
              <a:ext uri="{FF2B5EF4-FFF2-40B4-BE49-F238E27FC236}">
                <a16:creationId xmlns:a16="http://schemas.microsoft.com/office/drawing/2014/main" id="{FDFAC5DD-D35C-85C0-4B7D-EF520BFADB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342"/>
          <a:stretch>
            <a:fillRect/>
          </a:stretch>
        </p:blipFill>
        <p:spPr bwMode="auto">
          <a:xfrm>
            <a:off x="3579962" y="1452562"/>
            <a:ext cx="4420050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638983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</Words>
  <Application>Microsoft Office PowerPoint</Application>
  <PresentationFormat>Widescreen</PresentationFormat>
  <Paragraphs>19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Arial</vt:lpstr>
      <vt:lpstr>Arial Black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Christophe MOREL</dc:creator>
  <cp:lastModifiedBy>Christophe MOREL</cp:lastModifiedBy>
  <cp:revision>3</cp:revision>
  <dcterms:created xsi:type="dcterms:W3CDTF">2026-03-08T14:46:40Z</dcterms:created>
  <dcterms:modified xsi:type="dcterms:W3CDTF">2026-03-09T09:55:09Z</dcterms:modified>
</cp:coreProperties>
</file>