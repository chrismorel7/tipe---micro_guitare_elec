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4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57" r:id="rId10"/>
    <p:sldId id="363" r:id="rId11"/>
    <p:sldId id="356" r:id="rId12"/>
    <p:sldId id="345" r:id="rId13"/>
    <p:sldId id="346" r:id="rId14"/>
    <p:sldId id="360" r:id="rId15"/>
    <p:sldId id="362" r:id="rId16"/>
    <p:sldId id="353" r:id="rId17"/>
    <p:sldId id="329" r:id="rId18"/>
    <p:sldId id="327" r:id="rId19"/>
    <p:sldId id="354" r:id="rId20"/>
    <p:sldId id="367" r:id="rId21"/>
    <p:sldId id="333" r:id="rId22"/>
    <p:sldId id="361" r:id="rId23"/>
    <p:sldId id="324" r:id="rId24"/>
    <p:sldId id="313" r:id="rId25"/>
    <p:sldId id="364" r:id="rId26"/>
    <p:sldId id="318" r:id="rId27"/>
    <p:sldId id="344" r:id="rId28"/>
    <p:sldId id="330" r:id="rId29"/>
    <p:sldId id="303" r:id="rId30"/>
    <p:sldId id="271" r:id="rId31"/>
    <p:sldId id="302" r:id="rId32"/>
    <p:sldId id="272" r:id="rId33"/>
    <p:sldId id="341" r:id="rId34"/>
    <p:sldId id="342" r:id="rId35"/>
    <p:sldId id="348" r:id="rId36"/>
    <p:sldId id="277" r:id="rId37"/>
    <p:sldId id="304" r:id="rId38"/>
    <p:sldId id="305" r:id="rId39"/>
    <p:sldId id="368" r:id="rId40"/>
    <p:sldId id="369" r:id="rId41"/>
    <p:sldId id="311" r:id="rId42"/>
    <p:sldId id="365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3F19-FC15-FF58-F6DC-6A5CB96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4F60-8385-2E11-EAD0-9A2DE7129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9070F-D77F-D61D-1636-7AA560F6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7FC55-50FC-C09A-3D98-7BA145570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28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396C-81FC-C1A3-17F0-F112BED8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18F11-382F-385B-12A6-4B7B99E0D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2EB1B-59C2-7389-62B7-63390A136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76B5-6D2B-0164-2020-A63E86B3C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4845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6850-C3D8-4967-E994-01E39D0B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C4ACC-CC35-5895-5BAC-0D53DBA8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04066-1246-1CA3-2E85-6F8B1FE69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FB24B-053C-5A82-E979-432DD32C2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713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15.png"/><Relationship Id="rId3" Type="http://schemas.openxmlformats.org/officeDocument/2006/relationships/image" Target="../media/image28.jpe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0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1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16.png"/><Relationship Id="rId3" Type="http://schemas.openxmlformats.org/officeDocument/2006/relationships/image" Target="../media/image28.jpeg"/><Relationship Id="rId21" Type="http://schemas.microsoft.com/office/2007/relationships/hdphoto" Target="../media/hdphoto2.wdp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23" Type="http://schemas.openxmlformats.org/officeDocument/2006/relationships/image" Target="../media/image60.png"/><Relationship Id="rId10" Type="http://schemas.openxmlformats.org/officeDocument/2006/relationships/image" Target="../media/image51.png"/><Relationship Id="rId19" Type="http://schemas.openxmlformats.org/officeDocument/2006/relationships/image" Target="../media/image58.png"/><Relationship Id="rId4" Type="http://schemas.openxmlformats.org/officeDocument/2006/relationships/image" Target="../media/image32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Relationship Id="rId22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270.png"/><Relationship Id="rId4" Type="http://schemas.openxmlformats.org/officeDocument/2006/relationships/image" Target="../media/image3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331.png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63.png"/><Relationship Id="rId7" Type="http://schemas.openxmlformats.org/officeDocument/2006/relationships/image" Target="../media/image340.pn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4.png"/><Relationship Id="rId4" Type="http://schemas.openxmlformats.org/officeDocument/2006/relationships/image" Target="../media/image3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1.png"/><Relationship Id="rId3" Type="http://schemas.openxmlformats.org/officeDocument/2006/relationships/image" Target="../media/image65.png"/><Relationship Id="rId7" Type="http://schemas.openxmlformats.org/officeDocument/2006/relationships/image" Target="../media/image4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5" Type="http://schemas.openxmlformats.org/officeDocument/2006/relationships/image" Target="../media/image66.png"/><Relationship Id="rId10" Type="http://schemas.openxmlformats.org/officeDocument/2006/relationships/image" Target="../media/image401.png"/><Relationship Id="rId4" Type="http://schemas.openxmlformats.org/officeDocument/2006/relationships/image" Target="../media/image28.jpeg"/><Relationship Id="rId9" Type="http://schemas.openxmlformats.org/officeDocument/2006/relationships/image" Target="../media/image4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28.jpeg"/><Relationship Id="rId7" Type="http://schemas.openxmlformats.org/officeDocument/2006/relationships/image" Target="../media/image442.png"/><Relationship Id="rId12" Type="http://schemas.openxmlformats.org/officeDocument/2006/relationships/image" Target="../media/image4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11" Type="http://schemas.openxmlformats.org/officeDocument/2006/relationships/image" Target="../media/image450.png"/><Relationship Id="rId5" Type="http://schemas.openxmlformats.org/officeDocument/2006/relationships/image" Target="../media/image420.png"/><Relationship Id="rId10" Type="http://schemas.openxmlformats.org/officeDocument/2006/relationships/image" Target="../media/image441.png"/><Relationship Id="rId4" Type="http://schemas.openxmlformats.org/officeDocument/2006/relationships/image" Target="../media/image410.png"/><Relationship Id="rId9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1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92.png"/><Relationship Id="rId7" Type="http://schemas.openxmlformats.org/officeDocument/2006/relationships/image" Target="../media/image22.png"/><Relationship Id="rId12" Type="http://schemas.openxmlformats.org/officeDocument/2006/relationships/image" Target="../media/image50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11" Type="http://schemas.openxmlformats.org/officeDocument/2006/relationships/image" Target="../media/image491.png"/><Relationship Id="rId5" Type="http://schemas.openxmlformats.org/officeDocument/2006/relationships/image" Target="../media/image70.png"/><Relationship Id="rId10" Type="http://schemas.openxmlformats.org/officeDocument/2006/relationships/image" Target="../media/image71.png"/><Relationship Id="rId4" Type="http://schemas.openxmlformats.org/officeDocument/2006/relationships/image" Target="../media/image28.jpeg"/><Relationship Id="rId9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.png"/><Relationship Id="rId3" Type="http://schemas.openxmlformats.org/officeDocument/2006/relationships/image" Target="../media/image521.png"/><Relationship Id="rId7" Type="http://schemas.openxmlformats.org/officeDocument/2006/relationships/image" Target="../media/image72.png"/><Relationship Id="rId12" Type="http://schemas.openxmlformats.org/officeDocument/2006/relationships/image" Target="../media/image81.png"/><Relationship Id="rId2" Type="http://schemas.openxmlformats.org/officeDocument/2006/relationships/image" Target="../media/image74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0.png"/><Relationship Id="rId5" Type="http://schemas.openxmlformats.org/officeDocument/2006/relationships/image" Target="../media/image18.png"/><Relationship Id="rId15" Type="http://schemas.openxmlformats.org/officeDocument/2006/relationships/image" Target="../media/image520.png"/><Relationship Id="rId10" Type="http://schemas.openxmlformats.org/officeDocument/2006/relationships/image" Target="../media/image79.png"/><Relationship Id="rId4" Type="http://schemas.openxmlformats.org/officeDocument/2006/relationships/image" Target="../media/image76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4.jpeg"/><Relationship Id="rId4" Type="http://schemas.openxmlformats.org/officeDocument/2006/relationships/image" Target="../media/image6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77.png"/><Relationship Id="rId4" Type="http://schemas.openxmlformats.org/officeDocument/2006/relationships/image" Target="../media/image28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jpeg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0.png"/><Relationship Id="rId5" Type="http://schemas.openxmlformats.org/officeDocument/2006/relationships/image" Target="../media/image90.png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50.png"/><Relationship Id="rId7" Type="http://schemas.openxmlformats.org/officeDocument/2006/relationships/image" Target="../media/image89.svg"/><Relationship Id="rId12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11" Type="http://schemas.openxmlformats.org/officeDocument/2006/relationships/image" Target="../media/image91.png"/><Relationship Id="rId5" Type="http://schemas.openxmlformats.org/officeDocument/2006/relationships/image" Target="../media/image86.svg"/><Relationship Id="rId10" Type="http://schemas.openxmlformats.org/officeDocument/2006/relationships/image" Target="../media/image71.png"/><Relationship Id="rId4" Type="http://schemas.openxmlformats.org/officeDocument/2006/relationships/image" Target="../media/image85.png"/><Relationship Id="rId9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jpg"/><Relationship Id="rId3" Type="http://schemas.openxmlformats.org/officeDocument/2006/relationships/image" Target="../media/image96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hyperlink" Target="https://pixabay.com/en/steel-brushed-metal-metallic-499897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jp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16.png"/><Relationship Id="rId4" Type="http://schemas.openxmlformats.org/officeDocument/2006/relationships/image" Target="../media/image98.png"/><Relationship Id="rId9" Type="http://schemas.openxmlformats.org/officeDocument/2006/relationships/hyperlink" Target="https://pixabay.com/en/steel-brushed-metal-metallic-499897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0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0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74.jpeg"/><Relationship Id="rId10" Type="http://schemas.openxmlformats.org/officeDocument/2006/relationships/image" Target="../media/image330.png"/><Relationship Id="rId9" Type="http://schemas.openxmlformats.org/officeDocument/2006/relationships/image" Target="../media/image107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F643E5-0F2B-2FE2-DE0E-F9374C232A5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423282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6A58F24-9212-A31F-655A-74C609D63B8A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Guitar Pickup Market By Region">
            <a:extLst>
              <a:ext uri="{FF2B5EF4-FFF2-40B4-BE49-F238E27FC236}">
                <a16:creationId xmlns:a16="http://schemas.microsoft.com/office/drawing/2014/main" id="{802ACDBF-FDCB-8D8E-2413-1C229B6DD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1" t="1" r="88" b="1662"/>
          <a:stretch>
            <a:fillRect/>
          </a:stretch>
        </p:blipFill>
        <p:spPr>
          <a:xfrm>
            <a:off x="330200" y="1423280"/>
            <a:ext cx="8498627" cy="4696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EA63F4-D860-8504-87A9-107CE6582E3C}"/>
              </a:ext>
            </a:extLst>
          </p:cNvPr>
          <p:cNvSpPr txBox="1"/>
          <p:nvPr/>
        </p:nvSpPr>
        <p:spPr>
          <a:xfrm>
            <a:off x="1323304" y="511519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A505B-E6DB-0F7F-FEDB-9A1443F4EE9B}"/>
              </a:ext>
            </a:extLst>
          </p:cNvPr>
          <p:cNvSpPr txBox="1"/>
          <p:nvPr/>
        </p:nvSpPr>
        <p:spPr>
          <a:xfrm>
            <a:off x="4427184" y="34290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D4FE6-684A-FDAD-A1EA-A9D7B890968F}"/>
              </a:ext>
            </a:extLst>
          </p:cNvPr>
          <p:cNvSpPr txBox="1"/>
          <p:nvPr/>
        </p:nvSpPr>
        <p:spPr>
          <a:xfrm>
            <a:off x="5935944" y="297002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78AF9-E908-446E-FF2D-427E7C3A2F17}"/>
              </a:ext>
            </a:extLst>
          </p:cNvPr>
          <p:cNvSpPr txBox="1"/>
          <p:nvPr/>
        </p:nvSpPr>
        <p:spPr>
          <a:xfrm>
            <a:off x="7483800" y="2662851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9.0%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285" y="5785023"/>
            <a:ext cx="766733" cy="54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697" y="5785023"/>
            <a:ext cx="766313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51FAA9A-7462-BE8B-460B-EFCB9367AD19}"/>
              </a:ext>
            </a:extLst>
          </p:cNvPr>
          <p:cNvSpPr txBox="1"/>
          <p:nvPr/>
        </p:nvSpPr>
        <p:spPr>
          <a:xfrm>
            <a:off x="2874194" y="415263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36.1%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56E6BC-8C92-4F8C-9491-222C5A36E7EF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BCEE5-5183-DB97-9218-02677D2D77D7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6B31C-A895-9DAD-8403-22D5A4842858}"/>
              </a:ext>
            </a:extLst>
          </p:cNvPr>
          <p:cNvSpPr/>
          <p:nvPr/>
        </p:nvSpPr>
        <p:spPr>
          <a:xfrm>
            <a:off x="1119987" y="3792511"/>
            <a:ext cx="2627554" cy="179670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B642-B609-22B2-66C3-744C7C6DC071}"/>
              </a:ext>
            </a:extLst>
          </p:cNvPr>
          <p:cNvSpPr txBox="1"/>
          <p:nvPr/>
        </p:nvSpPr>
        <p:spPr>
          <a:xfrm>
            <a:off x="1985724" y="3452852"/>
            <a:ext cx="785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60%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191606-F356-18B8-7060-5FE25908E2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C971E0-D12E-C9B4-706F-439E03FA4C8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ooter Placeholder 2">
              <a:extLst>
                <a:ext uri="{FF2B5EF4-FFF2-40B4-BE49-F238E27FC236}">
                  <a16:creationId xmlns:a16="http://schemas.microsoft.com/office/drawing/2014/main" id="{B0F71C06-FC89-064C-08DC-160CF4F89C3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EE4635-0063-BDB8-5C00-81533E5D3062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2C74A-2D39-290A-3B7E-9289C14E27F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0877C8-3F34-D58C-1038-34894EB0E4EB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571" y="2055421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094F3D5-9355-C183-0051-5A525B2FEB0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Problématique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C728-A276-BD6F-B1A1-73D1F90E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2BE61F3-98BD-710E-BAED-39EA2E834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A77E5CE-D98F-48A8-D034-9B8C375A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FC78A4-5A40-488E-CAD5-2FB8ECCA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09688F-5B12-79E1-1E86-6709835E8D4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A2C485-C6DF-E159-7051-CC67CB6B749A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235FAC-1816-2621-D75E-ECE249D01798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2763671F-376D-3A28-FE6B-4D527CEABA44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19E74E8-8FB5-3724-59F5-5D59E0C74A59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56314C5-F5BB-C6BA-D1FF-CCE8FD3852E7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F56ED56-D806-9650-B8AC-2417D1AB08F7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9BF26410-CFAB-C09E-4325-65476E831000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9936EE64-0BBC-4292-5B15-126AC522E309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CCE01AA-96DD-BE87-8097-D101B7604EC9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7E489F27-484A-D27F-1D09-DEAEDDE4544F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5D3EFC3-19DA-B7F0-5821-F800B0919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3FC628C-84DD-BA1D-CD14-6F12A0D08967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21FBF65-C5F9-2536-099D-BF9856442B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F4CCE26-EFBA-2D5B-D6E7-1338F478E5DF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BCB7869-9EAF-0B66-27C0-ECC3479448D1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C91FEDC-6488-8B24-0B65-4758A6F64531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65A87B68-C1FB-FD05-00C6-048368A43A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6C1D0F5-3350-CA8C-9635-45B135D991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BFE2619-898B-BCA8-665C-4FA487B52AA8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E4E79733-7519-9D1B-CACF-29E1516176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0985173-BCAA-706B-CF53-65F6293BA17D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Filtrage Interne des micros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068F1F-6B40-C837-A4CF-4DF09C22233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2561626-2C98-09F1-0E0B-471B36884DB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B0B4E057-5976-E51F-1FE8-B8FF1C1F4F4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C1C3D24C-A82B-568A-7EF8-53F39B8B0C62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9A8CB3-AEC5-4C1A-1777-B554650A865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98CEA6-4380-542D-75AA-71E77BDC1D9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2724399-3584-9C0A-D693-3FB61CB1046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943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623" y="59108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2EC264-1B15-1E87-988D-BD7E3B668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4234905" y="5052548"/>
                <a:ext cx="4654783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05" y="5052548"/>
                <a:ext cx="4654783" cy="6880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407430" y="5783476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94FD46-4DBB-7AE8-02E4-2E08C2E8913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30A4728F-D819-2CDE-E57D-393578E9C0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0" name="Arrow: Notched Right 29">
              <a:extLst>
                <a:ext uri="{FF2B5EF4-FFF2-40B4-BE49-F238E27FC236}">
                  <a16:creationId xmlns:a16="http://schemas.microsoft.com/office/drawing/2014/main" id="{AA1DC1C9-D3A2-7904-9F92-B08B357C886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7" name="Arrow: Notched Right 36">
              <a:extLst>
                <a:ext uri="{FF2B5EF4-FFF2-40B4-BE49-F238E27FC236}">
                  <a16:creationId xmlns:a16="http://schemas.microsoft.com/office/drawing/2014/main" id="{5CA1BD4F-D0AB-2830-EE36-AC49BF65B3D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 par la vibration de la corde</a:t>
                </a:r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de la bobine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en CC du micro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interne du micro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due aux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4248829" y="1363393"/>
            <a:ext cx="4626939" cy="3600000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6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248828" y="4675115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4815ABF-6C67-8729-C6B2-8E28EC30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C0E1E9-9630-1795-4D01-63EDE489C412}"/>
              </a:ext>
            </a:extLst>
          </p:cNvPr>
          <p:cNvSpPr/>
          <p:nvPr/>
        </p:nvSpPr>
        <p:spPr>
          <a:xfrm>
            <a:off x="6453713" y="1358002"/>
            <a:ext cx="2485046" cy="411812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Protocole</a:t>
            </a:r>
          </a:p>
          <a:p>
            <a:endParaRPr lang="fr-FR" sz="16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/>
                </a:solidFill>
              </a:rPr>
              <a:t>Déterminer expérimentalement l’impédance du micro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0F540E-DE24-A629-17F9-FED8C4C38554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A8F708-C88A-E8E8-FD69-804BC786E135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6F727A3E-660E-F523-F72F-6F1015FC2AF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80194B9F-39BB-A656-F85A-D39BF0002FB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139A8F48-9A36-D977-2F7B-3EA1EF4F2B7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FE199B-3EBF-D69B-C847-F3F718E93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une algorithme d’apprentissage IA : </a:t>
                </a:r>
                <a:r>
                  <a:rPr lang="fr-FR" sz="1400" dirty="0"/>
                  <a:t>Levenberg-Marquardt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blipFill>
                <a:blip r:embed="rId4"/>
                <a:stretch>
                  <a:fillRect b="-262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6727"/>
            <a:ext cx="4914598" cy="45655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27B51E-DBAE-82DF-0B1C-79C88399FA78}"/>
              </a:ext>
            </a:extLst>
          </p:cNvPr>
          <p:cNvSpPr txBox="1"/>
          <p:nvPr/>
        </p:nvSpPr>
        <p:spPr>
          <a:xfrm>
            <a:off x="1065440" y="7110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DA63D2-9CEB-AC0C-9B82-8E7C4C1BAC6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24A28D03-1ACA-522A-A681-60E488EBA85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5285111C-3E06-E8E3-A492-DF582EA0CFE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5550AEA-7ED9-4550-941F-B72882F9AA5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6122541" y="3781186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7028"/>
              </p:ext>
            </p:extLst>
          </p:nvPr>
        </p:nvGraphicFramePr>
        <p:xfrm>
          <a:off x="6178279" y="4052869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54" t="-2222" r="-10769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6481" r="-12037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185" t="-2041" r="-1037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/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756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/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/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blipFill>
                <a:blip r:embed="rId12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/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blipFill>
                <a:blip r:embed="rId13"/>
                <a:stretch>
                  <a:fillRect l="-10811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/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blipFill>
                <a:blip r:embed="rId14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/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/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blipFill>
                <a:blip r:embed="rId16"/>
                <a:stretch>
                  <a:fillRect l="-12162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/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blipFill>
                <a:blip r:embed="rId17"/>
                <a:stretch>
                  <a:fillRect l="-7843" r="-882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4857" y="4044999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673" y="4052869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447B49A-2FA1-BF12-2AB9-D3DFD2AA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4A41E5-50B4-42D4-6FA7-4B417CDD4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947833-463C-EB44-5963-1AAF0DF2B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8894"/>
            <a:ext cx="4914598" cy="47180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D058C2-FA86-0CE6-1F22-D2B6A9ECC44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8C53F9-674F-FF39-483E-2E6227463819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AE58B520-3693-5E48-EE97-B4496C1641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A4289A1-CA60-8011-FF10-2CC8FFE5C50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AECCBDC-2C2E-5B2B-D57B-60DF42C617A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C04EFB-BC59-E67C-009B-150F73FBDE59}"/>
              </a:ext>
            </a:extLst>
          </p:cNvPr>
          <p:cNvSpPr/>
          <p:nvPr/>
        </p:nvSpPr>
        <p:spPr>
          <a:xfrm>
            <a:off x="6118311" y="2773418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5960CFE0-2431-2CD5-946C-A5785058E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636384"/>
              </p:ext>
            </p:extLst>
          </p:nvPr>
        </p:nvGraphicFramePr>
        <p:xfrm>
          <a:off x="6174049" y="3045101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/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blipFill>
                <a:blip r:embed="rId5"/>
                <a:stretch>
                  <a:fillRect l="-6107" r="-9924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/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blipFill>
                <a:blip r:embed="rId6"/>
                <a:stretch>
                  <a:fillRect l="-7609" r="-14130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/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blipFill>
                <a:blip r:embed="rId7"/>
                <a:stretch>
                  <a:fillRect l="-6481" t="-2222" r="-12037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/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blipFill>
                <a:blip r:embed="rId8"/>
                <a:stretch>
                  <a:fillRect l="-5926" r="-9630" b="-28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/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blipFill>
                <a:blip r:embed="rId9"/>
                <a:stretch>
                  <a:fillRect l="-9877" r="-111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/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877" r="-1234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/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9877" r="-1234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/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blipFill>
                <a:blip r:embed="rId12"/>
                <a:stretch>
                  <a:fillRect l="-12329" r="-10959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/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blipFill>
                <a:blip r:embed="rId13"/>
                <a:stretch>
                  <a:fillRect l="-7767" r="-8738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/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blipFill>
                <a:blip r:embed="rId14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/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blipFill>
                <a:blip r:embed="rId15"/>
                <a:stretch>
                  <a:fillRect l="-12329" r="-12329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/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blipFill>
                <a:blip r:embed="rId16"/>
                <a:stretch>
                  <a:fillRect l="-6796" r="-873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Picture 51">
            <a:extLst>
              <a:ext uri="{FF2B5EF4-FFF2-40B4-BE49-F238E27FC236}">
                <a16:creationId xmlns:a16="http://schemas.microsoft.com/office/drawing/2014/main" id="{41BA7F39-FF36-ADD9-D90E-ED1319EA2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0627" y="3037231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>
            <a:extLst>
              <a:ext uri="{FF2B5EF4-FFF2-40B4-BE49-F238E27FC236}">
                <a16:creationId xmlns:a16="http://schemas.microsoft.com/office/drawing/2014/main" id="{DD724051-C6CF-FBC1-FEDE-204BEB2A4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79443" y="3045101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E7C2BCAC-574B-57EB-E52C-8270D11EE01C}"/>
              </a:ext>
            </a:extLst>
          </p:cNvPr>
          <p:cNvGrpSpPr/>
          <p:nvPr/>
        </p:nvGrpSpPr>
        <p:grpSpPr>
          <a:xfrm>
            <a:off x="6118311" y="1381675"/>
            <a:ext cx="2878490" cy="1270807"/>
            <a:chOff x="1054904" y="1200155"/>
            <a:chExt cx="4927617" cy="3601072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705EA26-1D4C-7DDB-DC00-9789B1B1199D}"/>
                </a:ext>
              </a:extLst>
            </p:cNvPr>
            <p:cNvPicPr>
              <a:picLocks/>
            </p:cNvPicPr>
            <p:nvPr/>
          </p:nvPicPr>
          <p:blipFill>
            <a:blip r:embed="rId20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54904" y="1200155"/>
              <a:ext cx="4927617" cy="36010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05BA284-9FE3-C2E0-4B18-C347D0056B73}"/>
                </a:ext>
              </a:extLst>
            </p:cNvPr>
            <p:cNvSpPr/>
            <p:nvPr/>
          </p:nvSpPr>
          <p:spPr>
            <a:xfrm>
              <a:off x="1486014" y="210415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AC686AB-67CB-AD1B-5341-694E42F381F6}"/>
                </a:ext>
              </a:extLst>
            </p:cNvPr>
            <p:cNvSpPr/>
            <p:nvPr/>
          </p:nvSpPr>
          <p:spPr>
            <a:xfrm>
              <a:off x="2555070" y="303342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C983CA8-983B-4B0A-8691-58F7971A6BC8}"/>
                </a:ext>
              </a:extLst>
            </p:cNvPr>
            <p:cNvSpPr/>
            <p:nvPr/>
          </p:nvSpPr>
          <p:spPr>
            <a:xfrm>
              <a:off x="3715970" y="3073533"/>
              <a:ext cx="703406" cy="24014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0BBA2B-D46B-CAB2-C1AA-BFC085A668A6}"/>
                </a:ext>
              </a:extLst>
            </p:cNvPr>
            <p:cNvSpPr/>
            <p:nvPr/>
          </p:nvSpPr>
          <p:spPr>
            <a:xfrm>
              <a:off x="5397029" y="3091033"/>
              <a:ext cx="527521" cy="2011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95ECC14-3541-0557-7429-A355B09A0F80}"/>
                </a:ext>
              </a:extLst>
            </p:cNvPr>
            <p:cNvSpPr/>
            <p:nvPr/>
          </p:nvSpPr>
          <p:spPr>
            <a:xfrm>
              <a:off x="1468417" y="3119201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37E2390-42D5-25B6-5177-FDCED4D0DE9B}"/>
              </a:ext>
            </a:extLst>
          </p:cNvPr>
          <p:cNvCxnSpPr>
            <a:cxnSpLocks/>
          </p:cNvCxnSpPr>
          <p:nvPr/>
        </p:nvCxnSpPr>
        <p:spPr>
          <a:xfrm flipV="1">
            <a:off x="6539033" y="2291482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/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blipFill>
                <a:blip r:embed="rId22"/>
                <a:stretch>
                  <a:fillRect l="-5769" r="-15385" b="-4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C1E2BAB-5645-112B-4E77-DFC5F72D1FA8}"/>
              </a:ext>
            </a:extLst>
          </p:cNvPr>
          <p:cNvCxnSpPr>
            <a:cxnSpLocks/>
          </p:cNvCxnSpPr>
          <p:nvPr/>
        </p:nvCxnSpPr>
        <p:spPr>
          <a:xfrm flipV="1">
            <a:off x="8405132" y="1913713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/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blipFill>
                <a:blip r:embed="rId23"/>
                <a:stretch>
                  <a:fillRect l="-3774" r="-15094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B217C6-0AA4-7B48-5B93-D3A14E4D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A3249BC-8CE7-CDA3-3B94-E7F3EF3B59FC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De l’onde à la F.E.M.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396C41-374B-1D09-9629-C60E3A9CCA8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10A645F3-7664-0F4D-13A2-E50C5ECC87A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5DA8B901-57E6-DDC6-CEAD-D65243DA96B0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88D84FF5-0693-73B8-1733-F1DA5CB3FCD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6BA397-9AAB-6252-4978-88DC53150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911BEFF-6FB0-C592-5173-789210A75215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60510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1131099" y="2817570"/>
            <a:ext cx="3842591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4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5E23B1E-D22B-C1C3-211C-4098B0633DE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13998A97-F2D5-B1C0-C170-A264D774C08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74C26BD-0BEA-AB24-5A09-47BB79EA0F5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46F2E6FF-603E-8503-4C70-916C21ACE0F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513E-37CC-0777-9DD6-ED38E2EF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778B6-4640-3777-106C-B2E81C72F006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5B422C-332E-F0F8-A11E-5F71F437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A9828E5-2969-F367-35D6-476C88C1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3E3C6F8-227B-9DAC-05A8-6050A1DB6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B049565-EA1F-D493-3653-16E2BD0D20A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/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200" dirty="0"/>
              </a:p>
              <a:p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>
            <a:extLst>
              <a:ext uri="{FF2B5EF4-FFF2-40B4-BE49-F238E27FC236}">
                <a16:creationId xmlns:a16="http://schemas.microsoft.com/office/drawing/2014/main" id="{1CB52F20-067F-B398-1BBC-A12EBFC85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63906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6CF2F2-A7C7-F1BD-72F6-03BF835FF9D8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/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</m:oMath>
                </a14:m>
                <a:r>
                  <a:rPr lang="fr-FR" sz="1400" dirty="0"/>
                  <a:t>: Nombre de spire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la corde</a:t>
                </a: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F964D86-6E5C-B2D0-40FE-435125A796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C7690E-626C-C246-8037-6F9AE911FA0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2D16F32C-8EDC-0178-A964-793FB5A4F52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F2B37B6-0884-6BE6-7801-976136CE96E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A36492CC-C5EA-1EA4-CE62-515629578CB6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1F22D463-47F8-956A-3F2F-CF897649A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4435989"/>
            <a:ext cx="3680460" cy="154154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FBE7F5A-3536-7CF0-14B1-DE357590CC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0C852B-1950-4746-3FBA-D747D6BA222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F3B8F8D4-1699-00FC-51A7-889678BE64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11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1151432" y="1287780"/>
            <a:ext cx="6551579" cy="4759218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9780" y="5781295"/>
            <a:ext cx="52501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/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Excitation de la corde ‘’à la main’’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Relevé de la tension aux bornes la résistance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𝑎𝑚𝑝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985EE0D-F2B6-D1EF-898E-9DF666DFB442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3E68A-A65C-A12E-753D-45B38F124E8F}"/>
              </a:ext>
            </a:extLst>
          </p:cNvPr>
          <p:cNvSpPr/>
          <p:nvPr/>
        </p:nvSpPr>
        <p:spPr>
          <a:xfrm rot="16200000">
            <a:off x="6269362" y="4195744"/>
            <a:ext cx="1312065" cy="45719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7392EF7-E69A-FBBE-FF61-674BDCF2226A}"/>
              </a:ext>
            </a:extLst>
          </p:cNvPr>
          <p:cNvGrpSpPr/>
          <p:nvPr/>
        </p:nvGrpSpPr>
        <p:grpSpPr>
          <a:xfrm>
            <a:off x="7114959" y="3562570"/>
            <a:ext cx="1800921" cy="1110504"/>
            <a:chOff x="7133777" y="3809995"/>
            <a:chExt cx="1683780" cy="76146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AD72CAD-7612-3CF0-D4E3-C46A4DFF0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89763" y="3876498"/>
              <a:ext cx="827794" cy="69011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AD20C-FA20-6811-A6D9-40C43C57256C}"/>
                </a:ext>
              </a:extLst>
            </p:cNvPr>
            <p:cNvSpPr/>
            <p:nvPr/>
          </p:nvSpPr>
          <p:spPr>
            <a:xfrm>
              <a:off x="7133777" y="3881349"/>
              <a:ext cx="179882" cy="690115"/>
            </a:xfrm>
            <a:prstGeom prst="rect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BA47D6C8-36D4-44AD-CA04-1DB90FF0D34A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rot="10800000" flipV="1">
              <a:off x="7223719" y="4453242"/>
              <a:ext cx="935397" cy="118221"/>
            </a:xfrm>
            <a:prstGeom prst="bentConnector4">
              <a:avLst>
                <a:gd name="adj1" fmla="val 388"/>
                <a:gd name="adj2" fmla="val 293367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D855CD3-8716-F3D8-180F-1F7F063076E1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 rot="10800000" flipV="1">
              <a:off x="7223718" y="3809995"/>
              <a:ext cx="925872" cy="71353"/>
            </a:xfrm>
            <a:prstGeom prst="bentConnector2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00744D9-C28C-C8A8-7738-98A29457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9590" y="3810000"/>
              <a:ext cx="0" cy="18557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6ECB0DE-2F92-E777-710D-46FE392347D3}"/>
                </a:ext>
              </a:extLst>
            </p:cNvPr>
            <p:cNvSpPr txBox="1"/>
            <p:nvPr/>
          </p:nvSpPr>
          <p:spPr>
            <a:xfrm>
              <a:off x="7215489" y="3860089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Micro</a:t>
              </a:r>
              <a:endParaRPr lang="fr-FR" b="1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9AF6A25-32DF-F6FA-62E8-D619AC7C340C}"/>
              </a:ext>
            </a:extLst>
          </p:cNvPr>
          <p:cNvSpPr txBox="1"/>
          <p:nvPr/>
        </p:nvSpPr>
        <p:spPr>
          <a:xfrm>
            <a:off x="6429026" y="3345405"/>
            <a:ext cx="607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Corde</a:t>
            </a:r>
            <a:endParaRPr lang="fr-FR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47045F-3CC6-9ECE-B003-4ABC5359256F}"/>
              </a:ext>
            </a:extLst>
          </p:cNvPr>
          <p:cNvCxnSpPr/>
          <p:nvPr/>
        </p:nvCxnSpPr>
        <p:spPr>
          <a:xfrm flipV="1">
            <a:off x="7388051" y="3926343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/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blipFill>
                <a:blip r:embed="rId7"/>
                <a:stretch>
                  <a:fillRect l="-5769" t="-3333" r="-1538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05B622C-2AE6-B718-55A0-799064579779}"/>
              </a:ext>
            </a:extLst>
          </p:cNvPr>
          <p:cNvCxnSpPr/>
          <p:nvPr/>
        </p:nvCxnSpPr>
        <p:spPr>
          <a:xfrm flipV="1">
            <a:off x="8030496" y="3899852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/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blipFill>
                <a:blip r:embed="rId8"/>
                <a:stretch>
                  <a:fillRect l="-5882" r="-17647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B333434C-E0AE-A015-4682-6A3CFAF2B69C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4D9BA6C9-1419-8CAD-9538-E0AAD8477086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3CEF1F90-C8C9-EFDD-5E04-01202774DB7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A1EEDE2E-FA18-CE7E-30C9-727188A7B46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AF5280-3AA5-1B44-8C3A-87275694BB13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1D48AA-71C9-A7F8-0D24-E665B883315B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C97CD50-58E7-6748-6E75-9521AA7B384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738A9CC1-944D-D4F5-87AE-D807BB4F22F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F1D0898C-70A4-CB34-3467-AA35C697B953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BF31-E821-6728-8E36-B1099664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4B0B741-545A-D68A-8952-4EDCE703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B74477D-D7F2-2ABE-7B81-51C5B69D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AE67E7-325B-A442-4AC4-87E82005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0354A-5BAE-D59C-011E-94CD7A8C139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A4BA533-9059-7C5E-704B-0229E461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CBD1878-4ECE-5A45-5102-8635728F222F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D6E9F1-5F99-B827-FBC9-5EAE06A91D9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31FA3D01-767B-F75B-D388-668D594FB1E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75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9FB2D9-16CB-E2B5-AF61-0D4CF37873D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64775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C13F47-2FA4-AEFE-6475-709019BC670A}"/>
              </a:ext>
            </a:extLst>
          </p:cNvPr>
          <p:cNvGrpSpPr/>
          <p:nvPr/>
        </p:nvGrpSpPr>
        <p:grpSpPr>
          <a:xfrm>
            <a:off x="1719505" y="4456316"/>
            <a:ext cx="355600" cy="375297"/>
            <a:chOff x="1276060" y="5077968"/>
            <a:chExt cx="355600" cy="37529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2246581-1E3F-C376-EE9B-51D8410EA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EE4536-26B1-2B40-D8BF-7685C5D4CC1B}"/>
              </a:ext>
            </a:extLst>
          </p:cNvPr>
          <p:cNvGrpSpPr/>
          <p:nvPr/>
        </p:nvGrpSpPr>
        <p:grpSpPr>
          <a:xfrm>
            <a:off x="5643538" y="4457719"/>
            <a:ext cx="355600" cy="375297"/>
            <a:chOff x="1276060" y="5077968"/>
            <a:chExt cx="355600" cy="37529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B9F7230-A85C-CFE7-3A4C-A4E31E0D1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F260DF8-7C16-C630-753B-924737FB9F3C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95FE662-20B9-FDA7-5421-DC6F8E322DA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3419AE0F-2DB3-15FB-A87C-192FEF9F5519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14A0456A-81E2-9AB1-5784-BCA96F0A441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2AE978F8-610B-DDB8-4A40-4F47868BD78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BABE2FC-67BF-42FF-6590-B6CCC3747F5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783FCE0-7361-8B86-C2D4-845368F74E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Footer Placeholder 2">
              <a:extLst>
                <a:ext uri="{FF2B5EF4-FFF2-40B4-BE49-F238E27FC236}">
                  <a16:creationId xmlns:a16="http://schemas.microsoft.com/office/drawing/2014/main" id="{0730AE4D-952C-BC66-3EC8-221522D8D50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29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B36B-EEE7-63AD-1052-BA146B1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A5A48B76-A6CD-19C7-74B2-E06DEF701A27}"/>
              </a:ext>
            </a:extLst>
          </p:cNvPr>
          <p:cNvSpPr txBox="1"/>
          <p:nvPr/>
        </p:nvSpPr>
        <p:spPr>
          <a:xfrm>
            <a:off x="1054904" y="451564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3F3EB-D479-9A6F-A19E-59AB047F3EBF}"/>
              </a:ext>
            </a:extLst>
          </p:cNvPr>
          <p:cNvSpPr txBox="1"/>
          <p:nvPr/>
        </p:nvSpPr>
        <p:spPr>
          <a:xfrm>
            <a:off x="4966872" y="453561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B37EA2-7557-EB46-3122-779BC075F9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28799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55C68E-0D1F-AA84-54C4-642507483F2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28799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BF73783-841E-F7A1-178A-9885A488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80458D-739C-5CF5-EB1D-C8D614986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1F75714-D4DD-EF69-3314-DA25BB526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C7279A-6E1C-E599-41B1-1C5420B5694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C65AE9B5-E6E0-28F8-8BF8-AF682AD5D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3931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935E-1413-D3CD-45F9-6BC6ACC700A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B282290-DB22-4D59-CE2B-2021E4E3C22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4F03A7F7-9D75-9978-46BA-C2C3D64E9314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A8394F4D-4346-5727-81CF-705EE75C4B7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0DF1F93D-9A82-4609-192C-2E1CFB6F46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/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numCol="2"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Vibration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blipFill>
                <a:blip r:embed="rId6"/>
                <a:stretch>
                  <a:fillRect l="-158" b="-873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EC7F2364-F43F-0BBD-A1ED-163426380F3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951B74-B20D-2F4D-76C0-45E7023951D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2219366-967F-9594-9E79-B307AA90BF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3465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6114891" y="2389099"/>
            <a:ext cx="2721663" cy="3573164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100686" y="2976560"/>
              <a:ext cx="2593244" cy="1059640"/>
              <a:chOff x="6082122" y="3612551"/>
              <a:chExt cx="2593242" cy="101041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0253"/>
            <a:ext cx="4914598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E397FF-C015-EFB0-8B23-1CAD33D41E2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025DD0-215E-234D-A6A2-1FD5805F9C02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1" name="Arrow: Notched Right 30">
              <a:extLst>
                <a:ext uri="{FF2B5EF4-FFF2-40B4-BE49-F238E27FC236}">
                  <a16:creationId xmlns:a16="http://schemas.microsoft.com/office/drawing/2014/main" id="{D3A4AB58-3A63-9814-076B-2FC4796E289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4197452A-40AD-A015-B333-911394D6D8A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3" name="Arrow: Notched Right 32">
              <a:extLst>
                <a:ext uri="{FF2B5EF4-FFF2-40B4-BE49-F238E27FC236}">
                  <a16:creationId xmlns:a16="http://schemas.microsoft.com/office/drawing/2014/main" id="{AD2B9C32-4F6B-825A-F2F7-6B13BC2A1D4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/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/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CCF66D6-7D94-C687-307E-E0B2527B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890041" y="4838220"/>
            <a:ext cx="8051023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734842" y="1174970"/>
            <a:ext cx="6192596" cy="37615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53E6B5-774E-45B6-DA00-9F5B475B3E3F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Réduction du ’’Hum’’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706A1-BAF8-0ABA-BBB5-9605B362C076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8A9C9857-0BF1-6B0C-D679-EB7A3B5B769B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0F90705-71A0-2149-EA0C-E35C0DE3214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27E36FC-9D2E-DFD4-4123-DC5A431AF29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7D1DE63-1FBC-6661-9677-B384958B38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6F19366-E464-2982-AC55-682B5038EC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D84F2450-77A8-A713-52EC-5795B2CDDA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blipFill>
                <a:blip r:embed="rId3"/>
                <a:stretch>
                  <a:fillRect l="-318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/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blipFill>
                <a:blip r:embed="rId4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AA40752-E5E1-66A7-7976-506A1FE13A71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D4D17-B068-BC08-FD30-C054806AF9D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62" t="33994" r="56355" b="28677"/>
          <a:stretch>
            <a:fillRect/>
          </a:stretch>
        </p:blipFill>
        <p:spPr>
          <a:xfrm rot="16200000">
            <a:off x="3789600" y="4075725"/>
            <a:ext cx="540000" cy="72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7DEA7-2203-42F7-6199-1F53CB0FEEA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165" t="31109" r="16927" b="29421"/>
          <a:stretch>
            <a:fillRect/>
          </a:stretch>
        </p:blipFill>
        <p:spPr>
          <a:xfrm rot="16200000">
            <a:off x="3519600" y="5043882"/>
            <a:ext cx="1080000" cy="7200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E12A478-9168-E9A7-08C1-904DA5C9D11F}"/>
              </a:ext>
            </a:extLst>
          </p:cNvPr>
          <p:cNvGrpSpPr/>
          <p:nvPr/>
        </p:nvGrpSpPr>
        <p:grpSpPr>
          <a:xfrm>
            <a:off x="3464259" y="4302651"/>
            <a:ext cx="1304635" cy="1803753"/>
            <a:chOff x="1435741" y="3154410"/>
            <a:chExt cx="1304635" cy="180375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BE3CFB-79EF-46B3-B885-C590E1FFC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4255046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/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blipFill>
                  <a:blip r:embed="rId9"/>
                  <a:stretch>
                    <a:fillRect l="-28571" r="-32143" b="-2973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A816B5-53E3-F589-38D2-8FB5899DC46E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4255046"/>
              <a:ext cx="0" cy="41656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/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blipFill>
                  <a:blip r:embed="rId10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/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8772" t="-2174" r="-17544"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/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8772" t="-2222" r="-19298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29C849-FD05-E48F-7B3A-455288FE6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3279270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/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blipFill>
                  <a:blip r:embed="rId13"/>
                  <a:stretch>
                    <a:fillRect l="-28571" r="-32143" b="-3055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CCB477B-68D4-66E8-9099-532A344293A4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3279270"/>
              <a:ext cx="0" cy="16605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/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blipFill>
                  <a:blip r:embed="rId14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25323C-5C14-F193-F991-30FAE1066184}"/>
              </a:ext>
            </a:extLst>
          </p:cNvPr>
          <p:cNvGrpSpPr/>
          <p:nvPr/>
        </p:nvGrpSpPr>
        <p:grpSpPr>
          <a:xfrm>
            <a:off x="1699654" y="4952326"/>
            <a:ext cx="1544379" cy="901924"/>
            <a:chOff x="1699654" y="4952326"/>
            <a:chExt cx="1544379" cy="90192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E8E7F2C-74F6-4532-DDC7-7644551959A7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5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85D0D423-6440-EDF0-0B59-8D2843A8BF31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FE8E84BD-8DB9-8C32-A2D5-836E000D5D67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E8F1C0D4-E7BF-A56A-66B8-2EF66503523C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FF99D8DF-EB3C-7D2B-91C5-6DA397B1020C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D80C00-81CF-0ACA-2B22-AD88491FC8A1}"/>
              </a:ext>
            </a:extLst>
          </p:cNvPr>
          <p:cNvCxnSpPr/>
          <p:nvPr/>
        </p:nvCxnSpPr>
        <p:spPr>
          <a:xfrm flipH="1">
            <a:off x="1447764" y="4792980"/>
            <a:ext cx="327663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4F9E354E-E60E-E463-62F4-338A1F273E8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084A79AB-938F-F853-693D-A39ACF5ECD5D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5937F862-1D7F-4ECB-C0DA-79BE4F378E6D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E8C4B8AB-41E2-8F9C-E48B-41BBE0CAC64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98DBCAD-8DE2-B26A-F28F-DE975A13CF1C}"/>
              </a:ext>
            </a:extLst>
          </p:cNvPr>
          <p:cNvGrpSpPr/>
          <p:nvPr/>
        </p:nvGrpSpPr>
        <p:grpSpPr>
          <a:xfrm>
            <a:off x="1713173" y="3988565"/>
            <a:ext cx="1544379" cy="901924"/>
            <a:chOff x="1699654" y="4952326"/>
            <a:chExt cx="1544379" cy="901924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3F9B1D8-9D10-F88F-4092-C5BE6B1D1EAA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6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3E97DF05-5490-31B1-A805-F06F41AA3A12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B2354A2E-C08C-81D8-2AFE-6DC06DC0D8B4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96F9CB74-D7AB-3B25-38FB-F4F08ECD4546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3616F32-5E18-8F61-D331-A3D22F87DE3F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1159140" y="1536491"/>
            <a:ext cx="6758213" cy="4658569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/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Utilisation de Bobine Helmholtz pour contrôler le champ parasite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h𝑒𝑙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2" descr="Bobine de Helmholtz sur socle : PAM067370">
            <a:extLst>
              <a:ext uri="{FF2B5EF4-FFF2-40B4-BE49-F238E27FC236}">
                <a16:creationId xmlns:a16="http://schemas.microsoft.com/office/drawing/2014/main" id="{97F9CA38-454F-5EAF-74D4-E7E8E328C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839" y="3222403"/>
            <a:ext cx="2227030" cy="1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1A8287-CC45-F296-8ECB-B5F08F23D09F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5C99DC4-F3DF-C32D-947D-3E2B0DFF717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537A9D31-F37A-8C5A-EB4B-54CA2888191F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0B3EADAE-1E5A-7804-AD1A-2E7ABB862D5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7542F3D2-755E-67CE-3305-5C8CAC5DA62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6AFA-70C9-B7FE-A472-60C4C278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A348215-9595-C53C-9D1F-0AE715543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3EE6B27-66B7-FBF2-69B6-655417A4F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EB7A66-3E79-4383-848F-4D2E2E6C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549BE0-B26C-0AB6-EB7D-9447C548FAE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F41339-ACB6-8863-7950-5672C56AEF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5582A0BE-17D0-6897-21C0-590EC1950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D2E2814-83D3-CDD3-DC54-C42B81F387CD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712810-785D-7528-A8C6-78D6B9BF007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EF38C6-5917-7E73-6FF0-C484BB1275D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/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/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BEB6DEA-6687-34D8-298A-343E3C0CC09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5ECA57-6933-57BD-366F-AD8B13CE52D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B2061F9-A72F-B2CB-5A23-51E1F5036801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03845822-C55D-966B-4B3F-9A39D61F7D3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2926A4D-5D56-0DD3-0766-578FE01DA90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00F479B-F6C9-DCB8-465D-82AB5E7D5A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0FD158-F7CC-BF97-4506-C6C4480FEBB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86EFEB16-0B2D-3D86-D7F0-B4BE4AF9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6721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1" y="1398894"/>
            <a:ext cx="4766410" cy="456336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7C8F5F-29B0-45A8-4977-1B10256AE06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3A6606-217B-AACE-C117-A97EFC222185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6B7D2A0E-475D-0B36-BCFC-76B4036604B8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4119228B-90D0-DB2C-409A-EB96BF052E3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D6AFC58E-8A0B-7319-A652-CE3B92C6602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E62176-6A79-DD4C-108A-F005EEA2AB1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A4CAB60-75F8-B2A7-399E-0F6B0763FA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003448A4-F15B-6F57-E347-FF9EB227249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7278B5B-5BB1-E1EB-8A73-36B147DC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6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7,7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73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836AF97-1715-83EC-BA8A-120B25276E3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300A525-71C4-3964-E1CA-09F4DD2CD6CA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459A838C-06D0-EDCD-94E1-216BF741CC96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EF1EAA0A-D789-3B56-D17C-B9310E0CA0F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AAFE285D-71C5-EFFC-D28E-5D36350B9D4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B02FF1-8F7E-6576-0D0F-8D0A8ACC3A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35BE02-2258-1C96-B10A-3DFAB7195F2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3C6DF927-190C-81D6-96DF-F85949D15EC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13675" y="629422"/>
            <a:ext cx="844465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𝑆𝐶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=5000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𝐻𝐵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=7500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66407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12579" r="-102041" b="-1358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12579" r="-223" b="-1358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36233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4194810"/>
            <a:ext cx="288000" cy="288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2809497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2849095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4133104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877" y="3179975"/>
            <a:ext cx="1182362" cy="98530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3002" y="1925643"/>
            <a:ext cx="1134111" cy="85058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9046" y="4512034"/>
            <a:ext cx="1102024" cy="918353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76F66E15-A814-8A8C-8614-701E13CE2E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1557419"/>
            <a:ext cx="288000" cy="2880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2144306"/>
            <a:ext cx="8472118" cy="310854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[5]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2134897" y="204358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-773591" y="2139463"/>
            <a:ext cx="4744887" cy="2817999"/>
            <a:chOff x="4696904" y="1390254"/>
            <a:chExt cx="4973727" cy="319887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907191" y="1390254"/>
              <a:ext cx="2527756" cy="3198879"/>
              <a:chOff x="5907191" y="1390254"/>
              <a:chExt cx="2527756" cy="3198879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d’une tension induite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68269-9448-F8FA-F1B2-4684A925FF31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5467733" y="2742981"/>
            <a:ext cx="139203" cy="11306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967282-0FD1-2B99-0A9F-12EB732A8BA6}"/>
              </a:ext>
            </a:extLst>
          </p:cNvPr>
          <p:cNvSpPr txBox="1"/>
          <p:nvPr/>
        </p:nvSpPr>
        <p:spPr>
          <a:xfrm>
            <a:off x="5665434" y="2487950"/>
            <a:ext cx="260087" cy="325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00000"/>
                </a:solidFill>
              </a:rPr>
              <a:t>i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B1667E-665E-86DC-D2E3-E8A05030BB4B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5467733" y="2754287"/>
            <a:ext cx="108901" cy="953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585018" y="59971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1E191-2E0A-41A8-D844-9FC2EAD95EEF}"/>
              </a:ext>
            </a:extLst>
          </p:cNvPr>
          <p:cNvSpPr txBox="1"/>
          <p:nvPr/>
        </p:nvSpPr>
        <p:spPr>
          <a:xfrm>
            <a:off x="2381250" y="293666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7B4F0-7667-1614-F661-0E2B55A7A083}"/>
              </a:ext>
            </a:extLst>
          </p:cNvPr>
          <p:cNvSpPr txBox="1"/>
          <p:nvPr/>
        </p:nvSpPr>
        <p:spPr>
          <a:xfrm>
            <a:off x="2396490" y="3952944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661941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3E33C-B3CA-C217-7F03-D4AEFBC165C6}"/>
              </a:ext>
            </a:extLst>
          </p:cNvPr>
          <p:cNvSpPr txBox="1"/>
          <p:nvPr/>
        </p:nvSpPr>
        <p:spPr>
          <a:xfrm>
            <a:off x="1821180" y="296740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3E4B30-52EA-6509-CEF5-8403656C9B14}"/>
              </a:ext>
            </a:extLst>
          </p:cNvPr>
          <p:cNvSpPr txBox="1"/>
          <p:nvPr/>
        </p:nvSpPr>
        <p:spPr>
          <a:xfrm>
            <a:off x="1832610" y="37859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A8239-C96F-D33E-10AC-3FAC5A069651}"/>
              </a:ext>
            </a:extLst>
          </p:cNvPr>
          <p:cNvSpPr txBox="1"/>
          <p:nvPr/>
        </p:nvSpPr>
        <p:spPr>
          <a:xfrm>
            <a:off x="3802380" y="299885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530E6-0416-2EBB-8B77-2143CC3DAE7B}"/>
              </a:ext>
            </a:extLst>
          </p:cNvPr>
          <p:cNvSpPr txBox="1"/>
          <p:nvPr/>
        </p:nvSpPr>
        <p:spPr>
          <a:xfrm>
            <a:off x="3779520" y="3824681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C932B8A-C6B9-4095-13C6-EE908352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329F9A-04DF-6D44-BE37-517D9275BA9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0D7958-9538-AA0F-07AD-58D3D9A6A30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Notations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 l="-7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SingleCoil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Micro Humbucker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5.4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E8ACE0-B047-A743-FC61-59AB72492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212FC-BA55-7339-B303-E92B692503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7367D-863A-93E2-06BC-B67FD2AE2D2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28905"/>
              </a:xfrm>
              <a:prstGeom prst="rect">
                <a:avLst/>
              </a:prstGeom>
              <a:blipFill>
                <a:blip r:embed="rId3"/>
                <a:stretch>
                  <a:fillRect l="-633" t="-275" r="-6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9F725-F30E-FFF1-247B-CAE165BDB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BA89CEA-EA6C-1932-59C2-C163781B7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0A75889-46B3-0389-A03F-37CD364A5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9BAAAD-EA15-022E-4FCE-B78B8D876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4C22D8-BEE6-F481-54F2-48F24B6D39B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2BE9920-F94E-5B72-6FFA-7DBA438FC24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075226-A072-B012-1F0D-BEFE9B51ED8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E5E953-BE79-3C07-E348-AC3EF89F364A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6.1. Algorithme de Levenberg-Marquardt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962DF5-94C7-7241-6039-42369E911E5B}"/>
                  </a:ext>
                </a:extLst>
              </p:cNvPr>
              <p:cNvSpPr txBox="1"/>
              <p:nvPr/>
            </p:nvSpPr>
            <p:spPr>
              <a:xfrm>
                <a:off x="5982677" y="1390254"/>
                <a:ext cx="2885334" cy="3884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962DF5-94C7-7241-6039-42369E911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677" y="1390254"/>
                <a:ext cx="2885334" cy="3884461"/>
              </a:xfrm>
              <a:prstGeom prst="rect">
                <a:avLst/>
              </a:prstGeom>
              <a:blipFill>
                <a:blip r:embed="rId2"/>
                <a:stretch>
                  <a:fillRect l="-633" t="-3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6A7F031-17CB-DDDE-C76E-76F7D7740C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9" t="11717" r="5655" b="6734"/>
          <a:stretch>
            <a:fillRect/>
          </a:stretch>
        </p:blipFill>
        <p:spPr>
          <a:xfrm>
            <a:off x="345440" y="1390254"/>
            <a:ext cx="5624777" cy="44289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920975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9BD6CD-590C-DC75-B6A6-53CADD5AE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B8B654-1B83-0BB3-377A-8226457F88A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6.3.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4207</Words>
  <Application>Microsoft Office PowerPoint</Application>
  <PresentationFormat>On-screen Show (4:3)</PresentationFormat>
  <Paragraphs>890</Paragraphs>
  <Slides>42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637</cp:revision>
  <dcterms:created xsi:type="dcterms:W3CDTF">2025-06-09T15:35:56Z</dcterms:created>
  <dcterms:modified xsi:type="dcterms:W3CDTF">2026-01-29T15:56:23Z</dcterms:modified>
</cp:coreProperties>
</file>