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4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68" r:id="rId40"/>
    <p:sldId id="369" r:id="rId41"/>
    <p:sldId id="311" r:id="rId42"/>
    <p:sldId id="365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31/01/2026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28.jpe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0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28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70.png"/><Relationship Id="rId4" Type="http://schemas.openxmlformats.org/officeDocument/2006/relationships/image" Target="../media/image3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1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3.png"/><Relationship Id="rId7" Type="http://schemas.openxmlformats.org/officeDocument/2006/relationships/image" Target="../media/image340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4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5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6.png"/><Relationship Id="rId10" Type="http://schemas.openxmlformats.org/officeDocument/2006/relationships/image" Target="../media/image401.png"/><Relationship Id="rId4" Type="http://schemas.openxmlformats.org/officeDocument/2006/relationships/image" Target="../media/image28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28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70.png"/><Relationship Id="rId10" Type="http://schemas.openxmlformats.org/officeDocument/2006/relationships/image" Target="../media/image71.png"/><Relationship Id="rId4" Type="http://schemas.openxmlformats.org/officeDocument/2006/relationships/image" Target="../media/image28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2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77.png"/><Relationship Id="rId4" Type="http://schemas.openxmlformats.org/officeDocument/2006/relationships/image" Target="../media/image2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89.sv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11" Type="http://schemas.openxmlformats.org/officeDocument/2006/relationships/image" Target="../media/image91.png"/><Relationship Id="rId5" Type="http://schemas.openxmlformats.org/officeDocument/2006/relationships/image" Target="../media/image86.svg"/><Relationship Id="rId10" Type="http://schemas.openxmlformats.org/officeDocument/2006/relationships/image" Target="../media/image71.png"/><Relationship Id="rId4" Type="http://schemas.openxmlformats.org/officeDocument/2006/relationships/image" Target="../media/image85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96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16.png"/><Relationship Id="rId4" Type="http://schemas.openxmlformats.org/officeDocument/2006/relationships/image" Target="../media/image98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1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0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4.jpeg"/><Relationship Id="rId10" Type="http://schemas.openxmlformats.org/officeDocument/2006/relationships/image" Target="../media/image330.png"/><Relationship Id="rId9" Type="http://schemas.openxmlformats.org/officeDocument/2006/relationships/image" Target="../media/image107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783476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2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2144306"/>
            <a:ext cx="8472118" cy="31085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585018" y="59971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661941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E8ACE0-B047-A743-FC61-59AB7249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212FC-BA55-7339-B303-E92B692503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blipFill>
                <a:blip r:embed="rId3"/>
                <a:stretch>
                  <a:fillRect l="-633" t="-275" r="-6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9F725-F30E-FFF1-247B-CAE165BDB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BA89CEA-EA6C-1932-59C2-C163781B7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0A75889-46B3-0389-A03F-37CD364A5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9BAAAD-EA15-022E-4FCE-B78B8D87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4C22D8-BEE6-F481-54F2-48F24B6D39B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2BE9920-F94E-5B72-6FFA-7DBA438FC24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75226-A072-B012-1F0D-BEFE9B51ED8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5E953-BE79-3C07-E348-AC3EF89F364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/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blipFill>
                <a:blip r:embed="rId2"/>
                <a:stretch>
                  <a:fillRect l="-633" t="-3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6A7F031-17CB-DDDE-C76E-76F7D7740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9" t="11717" r="5655" b="6734"/>
          <a:stretch>
            <a:fillRect/>
          </a:stretch>
        </p:blipFill>
        <p:spPr>
          <a:xfrm>
            <a:off x="345440" y="1390254"/>
            <a:ext cx="5624777" cy="44289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920975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6.3.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4207</Words>
  <Application>Microsoft Office PowerPoint</Application>
  <PresentationFormat>On-screen Show (4:3)</PresentationFormat>
  <Paragraphs>890</Paragraphs>
  <Slides>42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637</cp:revision>
  <dcterms:created xsi:type="dcterms:W3CDTF">2025-06-09T15:35:56Z</dcterms:created>
  <dcterms:modified xsi:type="dcterms:W3CDTF">2026-01-31T16:48:00Z</dcterms:modified>
</cp:coreProperties>
</file>