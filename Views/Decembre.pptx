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9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11" r:id="rId40"/>
    <p:sldId id="365" r:id="rId41"/>
    <p:sldId id="275" r:id="rId42"/>
    <p:sldId id="306" r:id="rId43"/>
    <p:sldId id="307" r:id="rId44"/>
    <p:sldId id="308" r:id="rId45"/>
    <p:sldId id="309" r:id="rId46"/>
    <p:sldId id="317" r:id="rId47"/>
    <p:sldId id="310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27/01/2026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15.png"/><Relationship Id="rId3" Type="http://schemas.openxmlformats.org/officeDocument/2006/relationships/image" Target="../media/image28.jpe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0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16.png"/><Relationship Id="rId3" Type="http://schemas.openxmlformats.org/officeDocument/2006/relationships/image" Target="../media/image28.jpeg"/><Relationship Id="rId21" Type="http://schemas.microsoft.com/office/2007/relationships/hdphoto" Target="../media/hdphoto2.wdp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23" Type="http://schemas.openxmlformats.org/officeDocument/2006/relationships/image" Target="../media/image60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32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270.png"/><Relationship Id="rId4" Type="http://schemas.openxmlformats.org/officeDocument/2006/relationships/image" Target="../media/image3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31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63.png"/><Relationship Id="rId7" Type="http://schemas.openxmlformats.org/officeDocument/2006/relationships/image" Target="../media/image340.pn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4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65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66.png"/><Relationship Id="rId10" Type="http://schemas.openxmlformats.org/officeDocument/2006/relationships/image" Target="../media/image401.png"/><Relationship Id="rId4" Type="http://schemas.openxmlformats.org/officeDocument/2006/relationships/image" Target="../media/image28.jpeg"/><Relationship Id="rId9" Type="http://schemas.openxmlformats.org/officeDocument/2006/relationships/image" Target="../media/image4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28.jpeg"/><Relationship Id="rId7" Type="http://schemas.openxmlformats.org/officeDocument/2006/relationships/image" Target="../media/image442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11" Type="http://schemas.openxmlformats.org/officeDocument/2006/relationships/image" Target="../media/image450.png"/><Relationship Id="rId5" Type="http://schemas.openxmlformats.org/officeDocument/2006/relationships/image" Target="../media/image420.png"/><Relationship Id="rId10" Type="http://schemas.openxmlformats.org/officeDocument/2006/relationships/image" Target="../media/image441.png"/><Relationship Id="rId4" Type="http://schemas.openxmlformats.org/officeDocument/2006/relationships/image" Target="../media/image410.png"/><Relationship Id="rId9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2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11" Type="http://schemas.openxmlformats.org/officeDocument/2006/relationships/image" Target="../media/image491.png"/><Relationship Id="rId5" Type="http://schemas.openxmlformats.org/officeDocument/2006/relationships/image" Target="../media/image70.png"/><Relationship Id="rId10" Type="http://schemas.openxmlformats.org/officeDocument/2006/relationships/image" Target="../media/image71.png"/><Relationship Id="rId4" Type="http://schemas.openxmlformats.org/officeDocument/2006/relationships/image" Target="../media/image28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1.png"/><Relationship Id="rId7" Type="http://schemas.openxmlformats.org/officeDocument/2006/relationships/image" Target="../media/image72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77.png"/><Relationship Id="rId4" Type="http://schemas.openxmlformats.org/officeDocument/2006/relationships/image" Target="../media/image2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0.png"/><Relationship Id="rId5" Type="http://schemas.openxmlformats.org/officeDocument/2006/relationships/image" Target="../media/image90.png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0.png"/><Relationship Id="rId7" Type="http://schemas.openxmlformats.org/officeDocument/2006/relationships/image" Target="../media/image89.svg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11" Type="http://schemas.openxmlformats.org/officeDocument/2006/relationships/image" Target="../media/image91.png"/><Relationship Id="rId5" Type="http://schemas.openxmlformats.org/officeDocument/2006/relationships/image" Target="../media/image86.svg"/><Relationship Id="rId10" Type="http://schemas.openxmlformats.org/officeDocument/2006/relationships/image" Target="../media/image71.png"/><Relationship Id="rId4" Type="http://schemas.openxmlformats.org/officeDocument/2006/relationships/image" Target="../media/image85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96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16.png"/><Relationship Id="rId4" Type="http://schemas.openxmlformats.org/officeDocument/2006/relationships/image" Target="../media/image98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4.jpeg"/><Relationship Id="rId10" Type="http://schemas.openxmlformats.org/officeDocument/2006/relationships/image" Target="../media/image330.png"/><Relationship Id="rId9" Type="http://schemas.openxmlformats.org/officeDocument/2006/relationships/image" Target="../media/image102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02.svg"/><Relationship Id="rId4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2.svg"/><Relationship Id="rId4" Type="http://schemas.openxmlformats.org/officeDocument/2006/relationships/image" Target="../media/image10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2EC264-1B15-1E87-988D-BD7E3B66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234905" y="5052548"/>
                <a:ext cx="4654783" cy="16158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...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05" y="5052548"/>
                <a:ext cx="4654783" cy="161583"/>
              </a:xfrm>
              <a:prstGeom prst="rect">
                <a:avLst/>
              </a:prstGeom>
              <a:blipFill>
                <a:blip r:embed="rId4"/>
                <a:stretch>
                  <a:fillRect b="-2069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407430" y="5698933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4248829" y="1363393"/>
            <a:ext cx="4626939" cy="3600000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248828" y="4675115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3713" y="1358002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d’apprentissage IA : </a:t>
                </a:r>
                <a:r>
                  <a:rPr lang="fr-FR" sz="1400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blipFill>
                <a:blip r:embed="rId4"/>
                <a:stretch>
                  <a:fillRect b="-262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7B51E-DBAE-82DF-0B1C-79C88399FA78}"/>
              </a:ext>
            </a:extLst>
          </p:cNvPr>
          <p:cNvSpPr txBox="1"/>
          <p:nvPr/>
        </p:nvSpPr>
        <p:spPr>
          <a:xfrm>
            <a:off x="1065440" y="7110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6122541" y="3781186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7028"/>
              </p:ext>
            </p:extLst>
          </p:nvPr>
        </p:nvGraphicFramePr>
        <p:xfrm>
          <a:off x="6178279" y="4052869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54" t="-2222" r="-10769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6481" r="-1203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185" t="-2041" r="-1037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4857" y="4044999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673" y="4052869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7180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C04EFB-BC59-E67C-009B-150F73FBDE59}"/>
              </a:ext>
            </a:extLst>
          </p:cNvPr>
          <p:cNvSpPr/>
          <p:nvPr/>
        </p:nvSpPr>
        <p:spPr>
          <a:xfrm>
            <a:off x="6118311" y="2773418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5960CFE0-2431-2CD5-946C-A5785058E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36384"/>
              </p:ext>
            </p:extLst>
          </p:nvPr>
        </p:nvGraphicFramePr>
        <p:xfrm>
          <a:off x="6174049" y="3045101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/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/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7609" r="-14130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/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6481" t="-2222" r="-12037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/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r="-9630" b="-2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/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blipFill>
                <a:blip r:embed="rId9"/>
                <a:stretch>
                  <a:fillRect l="-9877" r="-111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/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877" r="-1234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/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9877" r="-1234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/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blipFill>
                <a:blip r:embed="rId12"/>
                <a:stretch>
                  <a:fillRect l="-12329" r="-10959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/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blipFill>
                <a:blip r:embed="rId13"/>
                <a:stretch>
                  <a:fillRect l="-7767" r="-8738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/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blipFill>
                <a:blip r:embed="rId14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/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blipFill>
                <a:blip r:embed="rId15"/>
                <a:stretch>
                  <a:fillRect l="-12329" r="-12329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/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blipFill>
                <a:blip r:embed="rId16"/>
                <a:stretch>
                  <a:fillRect l="-6796" r="-873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41BA7F39-FF36-ADD9-D90E-ED1319EA2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0627" y="3037231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>
            <a:extLst>
              <a:ext uri="{FF2B5EF4-FFF2-40B4-BE49-F238E27FC236}">
                <a16:creationId xmlns:a16="http://schemas.microsoft.com/office/drawing/2014/main" id="{DD724051-C6CF-FBC1-FEDE-204BEB2A4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79443" y="3045101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E7C2BCAC-574B-57EB-E52C-8270D11EE01C}"/>
              </a:ext>
            </a:extLst>
          </p:cNvPr>
          <p:cNvGrpSpPr/>
          <p:nvPr/>
        </p:nvGrpSpPr>
        <p:grpSpPr>
          <a:xfrm>
            <a:off x="6118311" y="1381675"/>
            <a:ext cx="2878490" cy="1270807"/>
            <a:chOff x="1054904" y="1200155"/>
            <a:chExt cx="4927617" cy="3601072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705EA26-1D4C-7DDB-DC00-9789B1B1199D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5BA284-9FE3-C2E0-4B18-C347D0056B73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AC686AB-67CB-AD1B-5341-694E42F381F6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C983CA8-983B-4B0A-8691-58F7971A6BC8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0BBA2B-D46B-CAB2-C1AA-BFC085A668A6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95ECC14-3541-0557-7429-A355B09A0F80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37E2390-42D5-25B6-5177-FDCED4D0DE9B}"/>
              </a:ext>
            </a:extLst>
          </p:cNvPr>
          <p:cNvCxnSpPr>
            <a:cxnSpLocks/>
          </p:cNvCxnSpPr>
          <p:nvPr/>
        </p:nvCxnSpPr>
        <p:spPr>
          <a:xfrm flipV="1">
            <a:off x="6539033" y="2291482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/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blipFill>
                <a:blip r:embed="rId22"/>
                <a:stretch>
                  <a:fillRect l="-5769" r="-15385" b="-4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C1E2BAB-5645-112B-4E77-DFC5F72D1FA8}"/>
              </a:ext>
            </a:extLst>
          </p:cNvPr>
          <p:cNvCxnSpPr>
            <a:cxnSpLocks/>
          </p:cNvCxnSpPr>
          <p:nvPr/>
        </p:nvCxnSpPr>
        <p:spPr>
          <a:xfrm flipV="1">
            <a:off x="8405132" y="1913713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/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blipFill>
                <a:blip r:embed="rId23"/>
                <a:stretch>
                  <a:fillRect l="-3774" r="-15094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B217C6-0AA4-7B48-5B93-D3A14E4D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6BA397-9AAB-6252-4978-88DC53150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80458D-739C-5CF5-EB1D-C8D61498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CCF66D6-7D94-C687-307E-E0B2527B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3EE6B27-66B7-FBF2-69B6-655417A4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174810"/>
            <a:ext cx="8472118" cy="504753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9BD6CD-590C-DC75-B6A6-53CADD5AE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4332</Words>
  <Application>Microsoft Office PowerPoint</Application>
  <PresentationFormat>On-screen Show (4:3)</PresentationFormat>
  <Paragraphs>910</Paragraphs>
  <Slides>47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633</cp:revision>
  <dcterms:created xsi:type="dcterms:W3CDTF">2025-06-09T15:35:56Z</dcterms:created>
  <dcterms:modified xsi:type="dcterms:W3CDTF">2026-01-27T19:49:05Z</dcterms:modified>
</cp:coreProperties>
</file>