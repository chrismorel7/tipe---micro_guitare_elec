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7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19" r:id="rId10"/>
    <p:sldId id="353" r:id="rId11"/>
    <p:sldId id="329" r:id="rId12"/>
    <p:sldId id="327" r:id="rId13"/>
    <p:sldId id="354" r:id="rId14"/>
    <p:sldId id="333" r:id="rId15"/>
    <p:sldId id="359" r:id="rId16"/>
    <p:sldId id="357" r:id="rId17"/>
    <p:sldId id="356" r:id="rId18"/>
    <p:sldId id="345" r:id="rId19"/>
    <p:sldId id="347" r:id="rId20"/>
    <p:sldId id="346" r:id="rId21"/>
    <p:sldId id="358" r:id="rId22"/>
    <p:sldId id="324" r:id="rId23"/>
    <p:sldId id="313" r:id="rId24"/>
    <p:sldId id="355" r:id="rId25"/>
    <p:sldId id="318" r:id="rId26"/>
    <p:sldId id="344" r:id="rId27"/>
    <p:sldId id="330" r:id="rId28"/>
    <p:sldId id="303" r:id="rId29"/>
    <p:sldId id="271" r:id="rId30"/>
    <p:sldId id="302" r:id="rId31"/>
    <p:sldId id="272" r:id="rId32"/>
    <p:sldId id="341" r:id="rId33"/>
    <p:sldId id="342" r:id="rId34"/>
    <p:sldId id="348" r:id="rId35"/>
    <p:sldId id="277" r:id="rId36"/>
    <p:sldId id="304" r:id="rId37"/>
    <p:sldId id="305" r:id="rId38"/>
    <p:sldId id="311" r:id="rId39"/>
    <p:sldId id="275" r:id="rId40"/>
    <p:sldId id="306" r:id="rId41"/>
    <p:sldId id="307" r:id="rId42"/>
    <p:sldId id="308" r:id="rId43"/>
    <p:sldId id="309" r:id="rId44"/>
    <p:sldId id="317" r:id="rId45"/>
    <p:sldId id="310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03A"/>
    <a:srgbClr val="CC6600"/>
    <a:srgbClr val="559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5975" autoAdjust="0"/>
  </p:normalViewPr>
  <p:slideViewPr>
    <p:cSldViewPr snapToGrid="0">
      <p:cViewPr>
        <p:scale>
          <a:sx n="100" d="100"/>
          <a:sy n="100" d="100"/>
        </p:scale>
        <p:origin x="108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fr-FR" dirty="0"/>
              <a:t>Parts de marché estimées selon les </a:t>
            </a:r>
          </a:p>
          <a:p>
            <a:pPr>
              <a:defRPr/>
            </a:pPr>
            <a:r>
              <a:rPr lang="fr-FR" dirty="0"/>
              <a:t>volumes de vente. </a:t>
            </a:r>
            <a:r>
              <a:rPr lang="fr-FR" sz="1100" dirty="0"/>
              <a:t>(cf. [7])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Series1</c:v>
                </c:pt>
              </c:strCache>
            </c:strRef>
          </c:tx>
          <c:dPt>
            <c:idx val="0"/>
            <c:bubble3D val="0"/>
            <c:spPr>
              <a:solidFill>
                <a:srgbClr val="CC6600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2-4BB2-4BD0-9775-74F36B14B2B8}"/>
              </c:ext>
            </c:extLst>
          </c:dPt>
          <c:dPt>
            <c:idx val="1"/>
            <c:bubble3D val="0"/>
            <c:spPr>
              <a:solidFill>
                <a:srgbClr val="559AD7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BB2-4BD0-9775-74F36B14B2B8}"/>
              </c:ext>
            </c:extLst>
          </c:dPt>
          <c:dPt>
            <c:idx val="2"/>
            <c:bubble3D val="0"/>
            <c:spPr>
              <a:solidFill>
                <a:srgbClr val="38903A"/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BB2-4BD0-9775-74F36B14B2B8}"/>
              </c:ext>
            </c:extLst>
          </c:dPt>
          <c:dPt>
            <c:idx val="3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4-4BB2-4BD0-9775-74F36B14B2B8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2-4BB2-4BD0-9775-74F36B14B2B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4BB2-4BD0-9775-74F36B14B2B8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4BB2-4BD0-9775-74F36B14B2B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bestFit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Micros SingleCoil</c:v>
                </c:pt>
                <c:pt idx="1">
                  <c:v>Micros Humbucker</c:v>
                </c:pt>
                <c:pt idx="2">
                  <c:v>Micros Actifs</c:v>
                </c:pt>
                <c:pt idx="3">
                  <c:v>Autres Micros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B2-4BD0-9775-74F36B14B2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2022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40%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De l’onde à la F.E.M.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Filtrage interne des </a:t>
          </a:r>
        </a:p>
        <a:p>
          <a:pPr algn="l"/>
          <a:r>
            <a:rPr lang="fr-FR" dirty="0"/>
            <a:t>micros 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bourdonnement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2022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40%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De l’onde à la F.E.M.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interne des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micros 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bourdonnement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14/12/2025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F80FC-692D-26AD-B431-C5EFC2B7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DFBFA1-8F74-E673-911D-3181A49E9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A63A5C-B4B4-955D-8215-497777D9C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61C4DC-2C8D-DD50-3314-1504AECE2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400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20FD4-455E-A9F3-C4CB-BC239D60F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BF74F-5A2F-8ABF-130A-0BA84EE27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11032-A9F3-FB89-36D4-22D35360C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B611B-3E35-2ED8-7B0A-268AEE7F67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3803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D409-E2BC-A5F6-DF32-0932EB0B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ACAF8-85BA-78FD-3DED-74B735B478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6048E-C13E-185E-73C0-DB1CE31BF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1EA6E-02A5-CB7B-8F26-01D22A4B7C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3485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69C00-5F76-9C97-36C9-B1345D9F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CA20E-11B3-F44A-825E-D687E0B000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A00B5B-86FA-C725-031E-ABDB8670F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83695-0350-EB18-B848-2248C0648E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19951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2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3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21.png"/><Relationship Id="rId7" Type="http://schemas.openxmlformats.org/officeDocument/2006/relationships/image" Target="../media/image10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10" Type="http://schemas.openxmlformats.org/officeDocument/2006/relationships/image" Target="../media/image25.png"/><Relationship Id="rId4" Type="http://schemas.openxmlformats.org/officeDocument/2006/relationships/image" Target="../media/image22.png"/><Relationship Id="rId9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4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2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Relationship Id="rId9" Type="http://schemas.openxmlformats.org/officeDocument/2006/relationships/image" Target="../media/image2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6.jpe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5.png"/><Relationship Id="rId5" Type="http://schemas.openxmlformats.org/officeDocument/2006/relationships/image" Target="../media/image40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47.png"/><Relationship Id="rId10" Type="http://schemas.openxmlformats.org/officeDocument/2006/relationships/image" Target="../media/image48.png"/><Relationship Id="rId4" Type="http://schemas.openxmlformats.org/officeDocument/2006/relationships/image" Target="../media/image36.jpeg"/><Relationship Id="rId9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6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5.png"/><Relationship Id="rId7" Type="http://schemas.microsoft.com/office/2007/relationships/hdphoto" Target="../media/hdphoto4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6.jpeg"/><Relationship Id="rId4" Type="http://schemas.microsoft.com/office/2007/relationships/hdphoto" Target="../media/hdphoto3.wdp"/><Relationship Id="rId9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36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jpeg"/><Relationship Id="rId4" Type="http://schemas.openxmlformats.org/officeDocument/2006/relationships/image" Target="../media/image6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36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jpeg"/><Relationship Id="rId4" Type="http://schemas.openxmlformats.org/officeDocument/2006/relationships/image" Target="../media/image4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4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36.jpe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7.png"/><Relationship Id="rId7" Type="http://schemas.openxmlformats.org/officeDocument/2006/relationships/image" Target="../media/image81.sv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48.png"/><Relationship Id="rId5" Type="http://schemas.openxmlformats.org/officeDocument/2006/relationships/image" Target="../media/image79.svg"/><Relationship Id="rId10" Type="http://schemas.openxmlformats.org/officeDocument/2006/relationships/image" Target="../media/image82.png"/><Relationship Id="rId4" Type="http://schemas.openxmlformats.org/officeDocument/2006/relationships/image" Target="../media/image78.png"/><Relationship Id="rId9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jpg"/><Relationship Id="rId3" Type="http://schemas.openxmlformats.org/officeDocument/2006/relationships/image" Target="../media/image85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hyperlink" Target="https://pixabay.com/en/steel-brushed-metal-metallic-499897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jpg"/><Relationship Id="rId3" Type="http://schemas.openxmlformats.org/officeDocument/2006/relationships/image" Target="../media/image16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13.png"/><Relationship Id="rId4" Type="http://schemas.openxmlformats.org/officeDocument/2006/relationships/image" Target="../media/image87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8.jpeg"/><Relationship Id="rId10" Type="http://schemas.openxmlformats.org/officeDocument/2006/relationships/image" Target="../media/image330.png"/><Relationship Id="rId9" Type="http://schemas.openxmlformats.org/officeDocument/2006/relationships/image" Target="../media/image91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91.svg"/><Relationship Id="rId4" Type="http://schemas.openxmlformats.org/officeDocument/2006/relationships/image" Target="../media/image9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1.svg"/><Relationship Id="rId4" Type="http://schemas.openxmlformats.org/officeDocument/2006/relationships/image" Target="../media/image9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0DA9486-9653-B694-78B7-682A91A09AF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0864453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97F1B0-9969-DA59-97A2-8D0A1484990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66977" y="1567792"/>
            <a:ext cx="9223365" cy="3893765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BED688C2-27EC-1CC9-1C45-44CE22F4C5C5}"/>
              </a:ext>
            </a:extLst>
          </p:cNvPr>
          <p:cNvSpPr txBox="1"/>
          <p:nvPr/>
        </p:nvSpPr>
        <p:spPr>
          <a:xfrm>
            <a:off x="275753" y="5684494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DF7839-AB8C-91AA-2BAA-AA131B9B5087}"/>
              </a:ext>
            </a:extLst>
          </p:cNvPr>
          <p:cNvSpPr txBox="1"/>
          <p:nvPr/>
        </p:nvSpPr>
        <p:spPr>
          <a:xfrm>
            <a:off x="3556440" y="5680432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Electrique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7BD563-1B6C-5416-34CA-6E55900E6057}"/>
              </a:ext>
            </a:extLst>
          </p:cNvPr>
          <p:cNvSpPr txBox="1"/>
          <p:nvPr/>
        </p:nvSpPr>
        <p:spPr>
          <a:xfrm>
            <a:off x="6835752" y="5676677"/>
            <a:ext cx="2023606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Signal Mécanique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63AD95-D14C-F34A-48E2-97755BB48BF1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 flipV="1">
            <a:off x="2299359" y="5865098"/>
            <a:ext cx="1257081" cy="40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A1F7BC-7D33-1FD8-BC5A-59DD38478C06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 flipV="1">
            <a:off x="5580046" y="5861343"/>
            <a:ext cx="1255706" cy="3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9CEB692-5A10-63DD-ACDC-616336C82C2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5867646-E3EE-4E36-C073-2D2C5E8158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3BDAC4A3-6D25-7436-F2DF-4DDF7A32DB3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EB65CA-D125-DF0D-791D-D598A63879F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2DAA85FE-E9A6-2776-DCC3-9E5576CFD3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6151352"/>
              </p:ext>
            </p:extLst>
          </p:nvPr>
        </p:nvGraphicFramePr>
        <p:xfrm>
          <a:off x="822961" y="1145570"/>
          <a:ext cx="7586402" cy="4991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9569" y="3069000"/>
            <a:ext cx="1022310" cy="72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412" y="4487428"/>
            <a:ext cx="1021750" cy="720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F5FC9C7-1347-17E1-2F66-E5984C38A8B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94FF870-EEE4-37C4-BA49-2B26502D02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F548215D-9884-6CA7-D5C0-40D49D9812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DC8BB3-9BEB-3117-CE7F-F62053D2659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32270" y="3216592"/>
              <a:ext cx="53340" cy="5524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7118DBD2-7E50-D6F0-E0F2-39D09FF10BB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6B2100-381E-6627-2A4C-8D5E9855E1E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Footer Placeholder 2">
              <a:extLst>
                <a:ext uri="{FF2B5EF4-FFF2-40B4-BE49-F238E27FC236}">
                  <a16:creationId xmlns:a16="http://schemas.microsoft.com/office/drawing/2014/main" id="{7943EED2-5DFA-3DF4-1F1F-FE10AB15299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778A4E-35EB-6E4A-6CDF-BE113766A4A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1F9ECEF-EC47-6469-E720-9088512AA15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DEFAC-2DF9-FC8B-A55A-6B6843139A0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4C452B8E-33AF-08B9-B3BE-46D9B421354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62086A-4B41-4BA3-55EB-67653790389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Contexte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5F4D756-3D4B-B7AF-83E9-16BF14AE775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03C3DA7-A7BE-817F-80FB-26C06BC7096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6BE2CC90-94E4-F0A5-13CB-7AA3338FB1C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2926561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1116754" y="2252692"/>
                <a:ext cx="3830101" cy="3276916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Position du micro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754" y="2252692"/>
                <a:ext cx="3830101" cy="32769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C02AE35-C24B-947A-A987-D72795A00587}"/>
                  </a:ext>
                </a:extLst>
              </p:cNvPr>
              <p:cNvSpPr/>
              <p:nvPr/>
            </p:nvSpPr>
            <p:spPr>
              <a:xfrm>
                <a:off x="1116754" y="642864"/>
                <a:ext cx="3842591" cy="1470030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C02AE35-C24B-947A-A987-D72795A005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754" y="642864"/>
                <a:ext cx="3842591" cy="1470030"/>
              </a:xfrm>
              <a:prstGeom prst="rect">
                <a:avLst/>
              </a:prstGeom>
              <a:blipFill>
                <a:blip r:embed="rId3"/>
                <a:stretch>
                  <a:fillRect l="-314" b="-282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642865"/>
                <a:ext cx="3842591" cy="4858776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Micro SingleCoil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642865"/>
                <a:ext cx="3842591" cy="4858776"/>
              </a:xfrm>
              <a:prstGeom prst="rect">
                <a:avLst/>
              </a:prstGeom>
              <a:blipFill>
                <a:blip r:embed="rId4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959643" y="644920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9AB7FD4D-9091-05E8-D240-DA564EE60395}"/>
              </a:ext>
            </a:extLst>
          </p:cNvPr>
          <p:cNvSpPr txBox="1"/>
          <p:nvPr/>
        </p:nvSpPr>
        <p:spPr>
          <a:xfrm>
            <a:off x="1116753" y="5716101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24DAE2-08FF-C5DA-9898-80AE01B6ECD0}"/>
                  </a:ext>
                </a:extLst>
              </p:cNvPr>
              <p:cNvSpPr txBox="1"/>
              <p:nvPr/>
            </p:nvSpPr>
            <p:spPr>
              <a:xfrm>
                <a:off x="1943398" y="5745495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24DAE2-08FF-C5DA-9898-80AE01B6E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3398" y="5745495"/>
                <a:ext cx="1094650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24C07C18-E15F-BB8D-D139-2350CED44BB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D1C5226-2F15-C490-FA36-8FE304C8994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FEB0F460-04A1-F585-4831-3A6BA6BE43EE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8BD0A0CE-D1DC-B41B-F798-5DE3764AE13B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7764F0-1920-0C1E-AB1D-B595333CFC2E}"/>
              </a:ext>
            </a:extLst>
          </p:cNvPr>
          <p:cNvSpPr txBox="1"/>
          <p:nvPr/>
        </p:nvSpPr>
        <p:spPr>
          <a:xfrm>
            <a:off x="1116753" y="5716101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E6851C-5CE4-9D4F-E469-99136E49A19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16754" y="642864"/>
                <a:ext cx="3842591" cy="1470030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754" y="642864"/>
                <a:ext cx="3842591" cy="1470030"/>
              </a:xfrm>
              <a:prstGeom prst="rect">
                <a:avLst/>
              </a:prstGeom>
              <a:blipFill>
                <a:blip r:embed="rId2"/>
                <a:stretch>
                  <a:fillRect l="-314" b="-282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642865"/>
                <a:ext cx="3842591" cy="4858776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Micro Humbucker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642865"/>
                <a:ext cx="3842591" cy="4858776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7959643" y="644920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297DB57-E777-D4DE-D60F-498B839103CF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D4F4A932-FD35-712C-BF76-F01145DBA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C9A2855-CFD7-D79A-8D1F-5209EF57AB1C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C9A2855-CFD7-D79A-8D1F-5209EF57A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F925A1B-BF6F-4E99-A039-712E69491B76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F925A1B-BF6F-4E99-A039-712E69491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64440E-9D39-2B87-A617-AEAE655372ED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64440E-9D39-2B87-A617-AEAE65537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8F9364E-D6A2-A653-0F3A-A61B75C38CB2}"/>
                  </a:ext>
                </a:extLst>
              </p:cNvPr>
              <p:cNvSpPr txBox="1"/>
              <p:nvPr/>
            </p:nvSpPr>
            <p:spPr>
              <a:xfrm>
                <a:off x="1943398" y="5745495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8F9364E-D6A2-A653-0F3A-A61B75C38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3398" y="5745495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5D0AA0-5C14-903C-1C82-83333456D025}"/>
                  </a:ext>
                </a:extLst>
              </p:cNvPr>
              <p:cNvSpPr/>
              <p:nvPr/>
            </p:nvSpPr>
            <p:spPr>
              <a:xfrm>
                <a:off x="1116753" y="2271994"/>
                <a:ext cx="3842591" cy="32296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Nombre de spire du micro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Position du 1</a:t>
                </a:r>
                <a:r>
                  <a:rPr lang="fr-FR" sz="1400" baseline="30000" dirty="0"/>
                  <a:t>er</a:t>
                </a:r>
                <a:r>
                  <a:rPr lang="fr-FR" sz="14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Position du 2</a:t>
                </a:r>
                <a:r>
                  <a:rPr lang="fr-FR" sz="1400" baseline="30000" dirty="0"/>
                  <a:t>e</a:t>
                </a:r>
                <a:r>
                  <a:rPr lang="fr-FR" sz="1400" dirty="0"/>
                  <a:t> bobinage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5D0AA0-5C14-903C-1C82-83333456D0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753" y="2271994"/>
                <a:ext cx="3842591" cy="32296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6E0BCAEC-6F8A-4120-C5C4-AEBF9E39DBA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4" name="Arrow: Notched Right 23">
              <a:extLst>
                <a:ext uri="{FF2B5EF4-FFF2-40B4-BE49-F238E27FC236}">
                  <a16:creationId xmlns:a16="http://schemas.microsoft.com/office/drawing/2014/main" id="{D8C1DFFE-09CE-A6F0-B557-527F4E3BB30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5" name="Arrow: Notched Right 24">
              <a:extLst>
                <a:ext uri="{FF2B5EF4-FFF2-40B4-BE49-F238E27FC236}">
                  <a16:creationId xmlns:a16="http://schemas.microsoft.com/office/drawing/2014/main" id="{56B224F1-B7CE-3422-7A70-5B03F6EC4BA5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3B3747CD-F49D-56FD-7E80-5C8FB4F2D31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717301"/>
            <a:ext cx="6551579" cy="5329697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501803" y="5049939"/>
                <a:ext cx="484158" cy="47628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5594088" y="4534669"/>
                <a:ext cx="1062721" cy="432591"/>
              </a:xfrm>
              <a:prstGeom prst="bentConnector3">
                <a:avLst>
                  <a:gd name="adj1" fmla="val 27394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6481" y="3375660"/>
              <a:ext cx="2293619" cy="134874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53590" y="5741082"/>
            <a:ext cx="5250180" cy="158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767123D-085A-EA48-F0FB-8020E045038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29" name="Arrow: Notched Right 128">
              <a:extLst>
                <a:ext uri="{FF2B5EF4-FFF2-40B4-BE49-F238E27FC236}">
                  <a16:creationId xmlns:a16="http://schemas.microsoft.com/office/drawing/2014/main" id="{A5A81864-70AB-80A0-739C-09807BB0421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136" name="Arrow: Notched Right 135">
              <a:extLst>
                <a:ext uri="{FF2B5EF4-FFF2-40B4-BE49-F238E27FC236}">
                  <a16:creationId xmlns:a16="http://schemas.microsoft.com/office/drawing/2014/main" id="{6EF156CB-1DC5-4B08-944D-33327097FD23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37" name="Arrow: Notched Right 136">
              <a:extLst>
                <a:ext uri="{FF2B5EF4-FFF2-40B4-BE49-F238E27FC236}">
                  <a16:creationId xmlns:a16="http://schemas.microsoft.com/office/drawing/2014/main" id="{04AF5BFF-5235-BABE-C411-10C6D140B5E7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27407" y="74015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Expérimentation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07" y="74015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40F10796-9A0B-7871-05A9-98A1F2A04753}"/>
              </a:ext>
            </a:extLst>
          </p:cNvPr>
          <p:cNvCxnSpPr>
            <a:cxnSpLocks/>
            <a:stCxn id="23" idx="1"/>
          </p:cNvCxnSpPr>
          <p:nvPr/>
        </p:nvCxnSpPr>
        <p:spPr>
          <a:xfrm>
            <a:off x="2241465" y="4866976"/>
            <a:ext cx="2895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67730A2D-8D8C-7B6F-5826-A15EA0345F03}"/>
              </a:ext>
            </a:extLst>
          </p:cNvPr>
          <p:cNvCxnSpPr>
            <a:cxnSpLocks/>
          </p:cNvCxnSpPr>
          <p:nvPr/>
        </p:nvCxnSpPr>
        <p:spPr>
          <a:xfrm flipV="1">
            <a:off x="2449719" y="3564255"/>
            <a:ext cx="0" cy="129063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BFAD5FE2-C565-75E9-8198-8CD6D44E4CBD}"/>
              </a:ext>
            </a:extLst>
          </p:cNvPr>
          <p:cNvCxnSpPr>
            <a:cxnSpLocks/>
          </p:cNvCxnSpPr>
          <p:nvPr/>
        </p:nvCxnSpPr>
        <p:spPr>
          <a:xfrm>
            <a:off x="2449719" y="3578860"/>
            <a:ext cx="5119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4" y="1647095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5EC00-C4CF-C8F5-2F9C-D810015F4C5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D6F5D3FE-E5FC-12BD-8F72-B952980D5D5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4" name="Arrow: Notched Right 23">
              <a:extLst>
                <a:ext uri="{FF2B5EF4-FFF2-40B4-BE49-F238E27FC236}">
                  <a16:creationId xmlns:a16="http://schemas.microsoft.com/office/drawing/2014/main" id="{D2A26094-DADF-D659-8101-99EC3D8702D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5" name="Arrow: Notched Right 24">
              <a:extLst>
                <a:ext uri="{FF2B5EF4-FFF2-40B4-BE49-F238E27FC236}">
                  <a16:creationId xmlns:a16="http://schemas.microsoft.com/office/drawing/2014/main" id="{83BD7053-8796-FD99-28AB-4B1108CE6C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AB6EFE1-67E0-B28E-E607-CCD8A5B27F4D}"/>
              </a:ext>
            </a:extLst>
          </p:cNvPr>
          <p:cNvSpPr txBox="1"/>
          <p:nvPr/>
        </p:nvSpPr>
        <p:spPr>
          <a:xfrm>
            <a:off x="1054904" y="916754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916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159A820F-DAE5-F680-509B-87432EE0252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231E8A6-CE2A-ECA2-050D-E5FD5FE1861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856F163F-BBAF-72F4-4F3D-FDF1CC1DAA4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4" y="1647753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23315" y="444869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6258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66D1C2-8D11-87CE-DB2F-740050041B1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E6DB03AB-82A3-FF85-7B67-C0C272EB17C3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34" name="Arrow: Notched Right 33">
              <a:extLst>
                <a:ext uri="{FF2B5EF4-FFF2-40B4-BE49-F238E27FC236}">
                  <a16:creationId xmlns:a16="http://schemas.microsoft.com/office/drawing/2014/main" id="{4A1E4EE3-E81F-13F4-02F5-965E6C6FE80E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8AFE3000-A660-CAC9-97CD-DA06475125E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F359C2B-87E3-DE5E-B380-C5CA3ADFFB43}"/>
              </a:ext>
            </a:extLst>
          </p:cNvPr>
          <p:cNvSpPr txBox="1"/>
          <p:nvPr/>
        </p:nvSpPr>
        <p:spPr>
          <a:xfrm>
            <a:off x="1054904" y="916754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84849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𝐻𝐵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𝑆𝐶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8484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71464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17513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98538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81393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6E4C1837-4EBD-8787-1C07-65C9D3DDB5A8}"/>
              </a:ext>
            </a:extLst>
          </p:cNvPr>
          <p:cNvSpPr/>
          <p:nvPr/>
        </p:nvSpPr>
        <p:spPr>
          <a:xfrm>
            <a:off x="1226825" y="5400774"/>
            <a:ext cx="2971796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A1C77BA-55F9-A5A5-C777-7BF0CABA02B9}"/>
              </a:ext>
            </a:extLst>
          </p:cNvPr>
          <p:cNvGrpSpPr/>
          <p:nvPr/>
        </p:nvGrpSpPr>
        <p:grpSpPr>
          <a:xfrm>
            <a:off x="1065440" y="1390254"/>
            <a:ext cx="4914598" cy="4572009"/>
            <a:chOff x="345440" y="1390254"/>
            <a:chExt cx="5486411" cy="457200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7D0547-D387-B897-E456-A805D590B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5440" y="1390254"/>
              <a:ext cx="5486411" cy="457200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1526FE5-B9B6-7D56-BB70-BA9F289D6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8621" y="1944624"/>
              <a:ext cx="0" cy="352385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72EACD1-D0B6-DC55-3E77-2CB706E83160}"/>
                </a:ext>
              </a:extLst>
            </p:cNvPr>
            <p:cNvCxnSpPr>
              <a:cxnSpLocks/>
              <a:endCxn id="20" idx="3"/>
            </p:cNvCxnSpPr>
            <p:nvPr/>
          </p:nvCxnSpPr>
          <p:spPr>
            <a:xfrm>
              <a:off x="1908053" y="5449034"/>
              <a:ext cx="2290568" cy="0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8B4C1CC-7E38-8787-C6B7-557E5FD2D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08053" y="2615184"/>
              <a:ext cx="0" cy="285329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F753BD3-78F0-43C9-32B1-67B3644D3C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13133" y="1944624"/>
              <a:ext cx="0" cy="78134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52E0894-8D5D-CD84-E4C4-5A790B367E03}"/>
                </a:ext>
              </a:extLst>
            </p:cNvPr>
            <p:cNvSpPr txBox="1"/>
            <p:nvPr/>
          </p:nvSpPr>
          <p:spPr>
            <a:xfrm>
              <a:off x="1902968" y="5160789"/>
              <a:ext cx="22905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rgbClr val="C00000"/>
                  </a:solidFill>
                </a:rPr>
                <a:t>Domaine accessible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0F1140-1F9C-0340-FBEB-B6316CDCD5B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32935C9-5214-174F-F09C-760E00934AF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255C837-1440-26AF-9E32-1F36C15BE9E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2618890-4C5E-4013-CA49-D8235EC261B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9A4B68A4-D533-2DB2-0667-163BD37B7C1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9530E611-11B0-A718-0694-AE59F340F00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36" name="Arrow: Notched Right 35">
              <a:extLst>
                <a:ext uri="{FF2B5EF4-FFF2-40B4-BE49-F238E27FC236}">
                  <a16:creationId xmlns:a16="http://schemas.microsoft.com/office/drawing/2014/main" id="{F4786C78-2046-5B31-D0A4-8FA53979062A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D0A795C-42F0-211E-0DDA-3F29D32D3065}"/>
              </a:ext>
            </a:extLst>
          </p:cNvPr>
          <p:cNvSpPr txBox="1"/>
          <p:nvPr/>
        </p:nvSpPr>
        <p:spPr>
          <a:xfrm>
            <a:off x="1054904" y="916754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80A3-9A59-5127-D9C7-F5AFA0928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3BD9D1B-34B6-3893-1197-CE4DD8B5C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888F504-413F-3847-F0D4-E8064E908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7FC35DE-8157-F414-649A-6D2E1083D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CD44C8-FCB1-27CF-83C2-A0969BA974E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7BACFC8-BDD3-D377-C28D-980DFC2EC36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E3D5FD-3A22-45E0-0C9C-EA0C9C43AF6D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9E7AF6-209C-A3C4-D701-667CE485E2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933700"/>
            <a:ext cx="3806562" cy="32029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CBC9D350-BB21-5193-DD3D-D3FAFFE55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75003FF-EE58-13A8-78FF-F4A24C73D21F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426950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75003FF-EE58-13A8-78FF-F4A24C73D2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426950"/>
              </a:xfrm>
              <a:prstGeom prst="rect">
                <a:avLst/>
              </a:prstGeom>
              <a:blipFill>
                <a:blip r:embed="rId5"/>
                <a:stretch>
                  <a:fillRect l="-348" t="-417" b="-50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FBDABC6-FB7F-0E79-2F6D-62E47FAFBE97}"/>
                  </a:ext>
                </a:extLst>
              </p:cNvPr>
              <p:cNvSpPr/>
              <p:nvPr/>
            </p:nvSpPr>
            <p:spPr>
              <a:xfrm>
                <a:off x="1104898" y="2933700"/>
                <a:ext cx="3467102" cy="320294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…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…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FBDABC6-FB7F-0E79-2F6D-62E47FAFBE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933700"/>
                <a:ext cx="3467102" cy="3202940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A0F13E7-4A53-C00C-F981-1B86061EE822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426950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A0F13E7-4A53-C00C-F981-1B86061EE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4269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39BD21A9-BC53-3D87-E3E5-C691A16D575B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E88B8F-CE8B-7854-BA7C-EADA0B6662B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B5967FBD-642A-633B-B82A-16F34500AF7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F50602A6-BB91-8F51-EF22-5B2B99039215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1919A10-4E1C-6D09-921A-8933ED688D2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9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98CDCE6-B0D7-5489-2E4A-409C55FC21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196F62B-EEDD-23EF-46B5-5C3CC93632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B55017AD-8563-AD82-3B76-F6994059916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294F593-7D8B-3A73-23C2-7BA6243BB700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520289E2-7DE7-AB56-B165-2E8B008BE4D5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C9B1426-B1FB-AE47-FFEC-99D5D9B131B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433F6D36-1D43-A646-51E0-4B8E5F59EB07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DB2FD9-8561-DD34-BE8A-3C4F511D98C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4A70C24-D7F7-F71F-925C-CFAB7903423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4CC4784C-69C0-B60D-A342-A1FD2F3F58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1777" y="717300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Expérimentation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D193D5E-E0B7-F000-46D3-019B919C44A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59712E3-6881-7DEA-1970-D83D79BC2E65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F325AE9F-F879-CBC9-E077-12798B819F25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2D801B53-8108-83F1-E38F-FB7C1138B0A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A5F862-173C-9691-6002-3E59590AEB4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3455462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Identification du facteur de qualité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Micro SingleCoil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b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=5000 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=1,5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Micro Humbucker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b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7800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3455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13FBE1-205D-E582-62BC-7A4109719076}"/>
                  </a:ext>
                </a:extLst>
              </p:cNvPr>
              <p:cNvSpPr/>
              <p:nvPr/>
            </p:nvSpPr>
            <p:spPr>
              <a:xfrm>
                <a:off x="6122541" y="5000515"/>
                <a:ext cx="2878491" cy="961748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+(</m:t>
                          </m:r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13FBE1-205D-E582-62BC-7A41097190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1" y="5000515"/>
                <a:ext cx="2878491" cy="9617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9858591-4426-5A02-77DA-B4FE911F20CC}"/>
              </a:ext>
            </a:extLst>
          </p:cNvPr>
          <p:cNvGrpSpPr/>
          <p:nvPr/>
        </p:nvGrpSpPr>
        <p:grpSpPr>
          <a:xfrm>
            <a:off x="1065440" y="1396728"/>
            <a:ext cx="4914598" cy="4565535"/>
            <a:chOff x="345440" y="1628509"/>
            <a:chExt cx="5486411" cy="409549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A0507F6-1CAF-6D7E-A062-151372E24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5440" y="1628509"/>
              <a:ext cx="5486411" cy="409549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14A6A1D-4708-5F7C-7D25-5EDEC02047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5598" y="2117790"/>
              <a:ext cx="12760" cy="3162713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3CDE15F-5D21-0080-DBEE-96B33520FE2A}"/>
                </a:ext>
              </a:extLst>
            </p:cNvPr>
            <p:cNvCxnSpPr>
              <a:cxnSpLocks/>
            </p:cNvCxnSpPr>
            <p:nvPr/>
          </p:nvCxnSpPr>
          <p:spPr>
            <a:xfrm>
              <a:off x="1831494" y="5277609"/>
              <a:ext cx="2014102" cy="0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7ED3192-B6DA-460F-42F3-8612F0258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31494" y="2563538"/>
              <a:ext cx="0" cy="2713546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CEF968A-64E2-1B93-9478-27B4E41026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31494" y="2117790"/>
              <a:ext cx="0" cy="55524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A3EA0A-FA65-5732-38E2-F44D9FA85AE7}"/>
                </a:ext>
              </a:extLst>
            </p:cNvPr>
            <p:cNvSpPr txBox="1"/>
            <p:nvPr/>
          </p:nvSpPr>
          <p:spPr>
            <a:xfrm>
              <a:off x="1831494" y="5054839"/>
              <a:ext cx="2014102" cy="248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rgbClr val="C00000"/>
                  </a:solidFill>
                </a:rPr>
                <a:t>Domaine accessible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DBAEA4A-8018-BE90-5371-88858C7DB61F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66EC9CCB-EA59-F6F5-0BD2-5D4FE96D4E6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BAE12545-1514-FF60-6655-2F068416FF0E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11C67EB8-BCEA-D9E8-F546-0EE98F22E79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679D298-DAF4-CFDF-90DF-921061A29432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8BB0C-7A49-3B18-AE6C-D085E26E9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D568DF-B7CD-F72D-F5AD-AEC4980D2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672A923-4D9E-9EC6-C191-92542FF7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A6A95A3-774E-8F72-CE90-2E65DC87F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A483DB-3E82-49EA-FB0B-CA3A338E2AF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8894D7B-20D4-7EFD-80C1-4FEA417D6F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22ED4-3235-0410-1101-BE200E84F3F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290705-CE4F-202F-2E92-1B5609BC8A2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4" y="1606865"/>
            <a:ext cx="3779998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9E50D3C-2F1D-1E8A-9408-086AD5EBAE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E6C39BC-CFF8-9323-81FC-A33EEBCB8DBD}"/>
              </a:ext>
            </a:extLst>
          </p:cNvPr>
          <p:cNvSpPr txBox="1"/>
          <p:nvPr/>
        </p:nvSpPr>
        <p:spPr>
          <a:xfrm>
            <a:off x="1054904" y="4907204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B4C1F9-D710-C9DD-0ACC-8F5DC3FB2D48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BCA71B-10EA-50E6-F742-110ADEF90AA1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443" y="1606865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152459-56DE-91D0-F5BA-DDFF7AA27ABD}"/>
                  </a:ext>
                </a:extLst>
              </p:cNvPr>
              <p:cNvSpPr txBox="1"/>
              <p:nvPr/>
            </p:nvSpPr>
            <p:spPr>
              <a:xfrm>
                <a:off x="1054904" y="5251135"/>
                <a:ext cx="3780000" cy="52443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152459-56DE-91D0-F5BA-DDFF7AA27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5251135"/>
                <a:ext cx="3780000" cy="524439"/>
              </a:xfrm>
              <a:prstGeom prst="rect">
                <a:avLst/>
              </a:prstGeom>
              <a:blipFill>
                <a:blip r:embed="rId8"/>
                <a:stretch>
                  <a:fillRect b="-449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7C18BBE-C828-FC06-742C-2FF86B05B883}"/>
                  </a:ext>
                </a:extLst>
              </p:cNvPr>
              <p:cNvSpPr txBox="1"/>
              <p:nvPr/>
            </p:nvSpPr>
            <p:spPr>
              <a:xfrm>
                <a:off x="4966872" y="5251135"/>
                <a:ext cx="3780000" cy="52443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7C18BBE-C828-FC06-742C-2FF86B05B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2" y="5251135"/>
                <a:ext cx="3780000" cy="524439"/>
              </a:xfrm>
              <a:prstGeom prst="rect">
                <a:avLst/>
              </a:prstGeom>
              <a:blipFill>
                <a:blip r:embed="rId9"/>
                <a:stretch>
                  <a:fillRect l="-482" r="-963" b="-449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95D1CFD-21A9-7AF9-8408-EF23338C822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CF7AC600-7F38-B1D8-135F-C0D3576E6C9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3C69DA8-54EB-C864-B7F9-684F4919147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A15366-ADC4-16A5-A659-CDF2576596B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120559A-3F75-12E9-2C0D-19212231DA86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1079428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614AD2-DF06-7C94-8B21-40FC3C420A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3D11042-1D2E-E957-00DB-053C4C87F5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F48E86E-AFDE-64CF-910D-59D60AE89C06}"/>
                  </a:ext>
                </a:extLst>
              </p:cNvPr>
              <p:cNvSpPr/>
              <p:nvPr/>
            </p:nvSpPr>
            <p:spPr>
              <a:xfrm>
                <a:off x="6122542" y="1390254"/>
                <a:ext cx="2676018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Données Constructeur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4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4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=4502 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F48E86E-AFDE-64CF-910D-59D60AE89C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0254"/>
                <a:ext cx="2676018" cy="457200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EBADB57-200A-F238-D116-4D9C3D12E72C}"/>
              </a:ext>
            </a:extLst>
          </p:cNvPr>
          <p:cNvGrpSpPr/>
          <p:nvPr/>
        </p:nvGrpSpPr>
        <p:grpSpPr>
          <a:xfrm>
            <a:off x="1065440" y="1390254"/>
            <a:ext cx="4914598" cy="4572009"/>
            <a:chOff x="345440" y="2023024"/>
            <a:chExt cx="5486411" cy="330646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6947833-463C-EB44-5963-1AAF0DF2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5440" y="2023024"/>
              <a:ext cx="5486411" cy="33064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0160916-7A3C-5112-16DF-38D96C91E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89063" y="2428352"/>
              <a:ext cx="0" cy="2543505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537C9A-EBD8-C146-700F-8908854F01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31494" y="4971857"/>
              <a:ext cx="2470329" cy="7646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F418EE-2B15-366D-311D-B52905D89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14481" y="2428352"/>
              <a:ext cx="0" cy="1881927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8542FA0-0CE4-16A4-9489-0299F5793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17321" y="4916332"/>
              <a:ext cx="0" cy="55524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F5900A-579D-9623-FCD5-7BB387D2D7B0}"/>
                </a:ext>
              </a:extLst>
            </p:cNvPr>
            <p:cNvSpPr txBox="1"/>
            <p:nvPr/>
          </p:nvSpPr>
          <p:spPr>
            <a:xfrm>
              <a:off x="1818734" y="3401445"/>
              <a:ext cx="2470329" cy="200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rgbClr val="C00000"/>
                  </a:solidFill>
                </a:rPr>
                <a:t>Domaine accessible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217A8BE-5016-5EF4-C0B2-204E77484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5974" y="3580348"/>
              <a:ext cx="2470329" cy="7646"/>
            </a:xfrm>
            <a:prstGeom prst="line">
              <a:avLst/>
            </a:prstGeom>
            <a:ln w="28575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E2BFDAD-F18D-0B48-A82D-FC547361D24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8" name="Arrow: Notched Right 37">
              <a:extLst>
                <a:ext uri="{FF2B5EF4-FFF2-40B4-BE49-F238E27FC236}">
                  <a16:creationId xmlns:a16="http://schemas.microsoft.com/office/drawing/2014/main" id="{2C85E2F0-B21B-9BBA-DD75-DF5F43D1EFCA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39" name="Arrow: Notched Right 38">
              <a:extLst>
                <a:ext uri="{FF2B5EF4-FFF2-40B4-BE49-F238E27FC236}">
                  <a16:creationId xmlns:a16="http://schemas.microsoft.com/office/drawing/2014/main" id="{C21CFC1D-C9BD-C0A9-142C-8AA659B01595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40" name="Arrow: Notched Right 39">
              <a:extLst>
                <a:ext uri="{FF2B5EF4-FFF2-40B4-BE49-F238E27FC236}">
                  <a16:creationId xmlns:a16="http://schemas.microsoft.com/office/drawing/2014/main" id="{348A21AB-1055-79DA-6E65-3D3690D31B0E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C58BBA90-BCA1-CE3F-889B-60448F7D2688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861C-3C97-EA8A-ED09-CACC1AABE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8FED305-ECDF-6528-F60E-E9CA0CED4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5490C-3E82-B0CF-A852-B4C88DFAB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AABA8B6-2841-DD3C-B78D-B15F0929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1B0A65-19CD-98DC-E17F-711CDDA2A41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B5ED9D9-B696-8064-E961-B6170571F1C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B36B8B-25D7-7B6D-8665-657C9997FE89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8354B2-BD75-4091-4203-25FDD8FA1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8"/>
            <a:ext cx="3806562" cy="34175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3CB3734C-7260-0D00-1514-5C6A17733D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68076E4-598A-0183-FCDE-CA64EA82A44E}"/>
              </a:ext>
            </a:extLst>
          </p:cNvPr>
          <p:cNvSpPr/>
          <p:nvPr/>
        </p:nvSpPr>
        <p:spPr>
          <a:xfrm>
            <a:off x="1104899" y="1390254"/>
            <a:ext cx="3467101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4202B0C-F81B-89C4-3B24-4DA957590F8F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…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…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4202B0C-F81B-89C4-3B24-4DA957590F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9FB7ED7-0FFF-3833-C23D-71A01977E1C8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9FB7ED7-0FFF-3833-C23D-71A01977E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EC19797-0792-BF8E-CF57-1ABB05AF98F6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706A6F4-9194-0275-2A5A-F8FCCB7F887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BA47DD8E-4E4D-0026-D9E0-0DAAE2780DB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D6A0A054-FB6D-8AE0-5B07-CDC4BCE329A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0CEEFC9-0E0A-2EC3-51D3-5B7EA5A9036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661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111428" y="4150134"/>
                <a:ext cx="3842591" cy="2044926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428" y="4150134"/>
                <a:ext cx="3842591" cy="2044926"/>
              </a:xfrm>
              <a:prstGeom prst="rect">
                <a:avLst/>
              </a:prstGeom>
              <a:blipFill>
                <a:blip r:embed="rId2"/>
                <a:stretch>
                  <a:fillRect l="-3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639070"/>
                <a:ext cx="3797279" cy="555599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Théorie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639070"/>
                <a:ext cx="3797279" cy="555599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9069A7-D057-A5DB-C73E-63B63662268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2" name="Arrow: Notched Right 11">
              <a:extLst>
                <a:ext uri="{FF2B5EF4-FFF2-40B4-BE49-F238E27FC236}">
                  <a16:creationId xmlns:a16="http://schemas.microsoft.com/office/drawing/2014/main" id="{5D89B670-589F-3327-4D79-7DA06C023B2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1ADDF304-31A5-9965-2BE2-F0BFCC75E977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968095A2-6A64-18CB-C766-F5CC936B9B8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5F50479-08FB-2EE6-757E-66C7267A670D}"/>
              </a:ext>
            </a:extLst>
          </p:cNvPr>
          <p:cNvSpPr/>
          <p:nvPr/>
        </p:nvSpPr>
        <p:spPr>
          <a:xfrm>
            <a:off x="1111430" y="2541585"/>
            <a:ext cx="3842591" cy="1470030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 magnétique parasite linéaire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Micros ponctuels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D1D2E4F-76BA-6B33-7F29-21A06D40F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122079" y="639070"/>
            <a:ext cx="3797279" cy="174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717301"/>
            <a:ext cx="6758213" cy="5477760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F22A3C-6325-EA4C-4F2F-907153CFABE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BDB406E-23CD-8252-4EC0-7EB9E445253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0D503466-1912-0486-628C-8C677F6C8CA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78C7AA-694A-C0E1-4D71-27FD48CB339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C3F8D3BE-4A16-0A8B-1441-6A38328B8B80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D3D75939-2B6D-811D-29D2-10595D4A4D64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C14067C-77A0-5799-BEDA-749C32A1BA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717300"/>
                <a:ext cx="2485046" cy="4118126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Expérimentation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717300"/>
                <a:ext cx="2485046" cy="4118126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2721" y="2350269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E3972-CCF2-A72B-A8D5-FAB0B48B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79A5D04-4041-B972-40CE-C41CA22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73E515-C0A4-F7D8-A603-8B6BB9070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60B846D-0D18-C5C3-90A8-9CEF82090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AEFD92-656B-2E29-6805-FDC2F51B7C5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ABCC70-9EBD-31D3-2917-F8AEF134F5E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DF09D912-1643-DEAB-8E04-88725BC867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2B6950-996C-D7F5-0BA0-1FA2622F9668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3D0A13-00D1-8B28-BB62-D4431F5E084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75CFCD-FC92-079B-4C26-5295E4A62C6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EA5766-42E5-5F7B-7AE4-70034B091C7C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EA5766-42E5-5F7B-7AE4-70034B091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6DBE0F-C1BB-D404-F8C6-149D40A27E67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6DBE0F-C1BB-D404-F8C6-149D40A27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FB36BD6F-5DDF-BE9D-9B1E-3FDFAE01230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E5B3C4E-6FEA-F1F6-5408-17AAB7A5FF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B2AF83A9-2044-A707-7D12-39AE7EB5B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40467218-1502-E969-1EB8-6FC653B53F90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DB8DF837-9C31-871F-C2E5-6AAD4891DEAC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3140796C-CF64-7150-C277-0B6A388C0AFA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DCF375DC-76B8-1D42-B1DF-C4B2847448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00563F2-1CC9-5B68-3F1C-3F1CCEE5EFB7}"/>
              </a:ext>
            </a:extLst>
          </p:cNvPr>
          <p:cNvSpPr txBox="1"/>
          <p:nvPr/>
        </p:nvSpPr>
        <p:spPr>
          <a:xfrm>
            <a:off x="1054904" y="916754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14012138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0255"/>
            <a:ext cx="4766410" cy="457200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B90E298-B371-7D47-057D-F3029BF3849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3BD45AC-FBE0-B36E-71E4-172131DE5CC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F3B2FFFB-ADE8-E11B-633D-5D7444F740C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5F200D3C-6717-CF56-57E3-474BA6D7980C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462A7E8-1BB3-45AA-92D0-53633AFBDB8F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2DC73D-1732-F977-8F7D-223DC979BF1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7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parfaits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8,1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d’un gradient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Incertitudes de mesure</a:t>
                </a: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=8,1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708B631-9D80-D6D1-14AB-AC181ED9674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8D03824E-585E-46DC-6663-9D57EA335632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De l’onde à la F.E.M.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338FF837-FCF4-BAD8-76E3-D282D0BAF5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interne des micros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CF4AED26-1C90-579F-A812-D39B8AAD34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bruit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B5AFE41-5A1C-D30C-3EB6-B6B480BE7D2B}"/>
              </a:ext>
            </a:extLst>
          </p:cNvPr>
          <p:cNvSpPr txBox="1"/>
          <p:nvPr/>
        </p:nvSpPr>
        <p:spPr>
          <a:xfrm>
            <a:off x="1065440" y="797575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935940"/>
                  </p:ext>
                </p:extLst>
              </p:nvPr>
            </p:nvGraphicFramePr>
            <p:xfrm>
              <a:off x="366090" y="1156334"/>
              <a:ext cx="8424000" cy="4763072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Transduction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=440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=470±40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=6,8 %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Filtrage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𝑇h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=8 219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𝑐𝑆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=…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𝑇h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=4 502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=…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𝑐𝐻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=… %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935940"/>
                  </p:ext>
                </p:extLst>
              </p:nvPr>
            </p:nvGraphicFramePr>
            <p:xfrm>
              <a:off x="366090" y="1156334"/>
              <a:ext cx="8424000" cy="4763072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Transduction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1082612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71348" r="-223" b="-2719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Filtrage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92251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24540" r="-102041" b="-159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24540" r="-223" b="-1595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41168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4423983"/>
            <a:ext cx="288000" cy="288000"/>
          </a:xfrm>
          <a:prstGeom prst="rect">
            <a:avLst/>
          </a:prstGeom>
        </p:spPr>
      </p:pic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3BB5C535-4333-776E-D945-A6D5630016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5344" y="1532372"/>
            <a:ext cx="360000" cy="360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5344" y="2974968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3010360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36000" y="4392826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92" y="3361216"/>
            <a:ext cx="1313737" cy="98530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0941" y="1903257"/>
            <a:ext cx="1258241" cy="104853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047" y="4992746"/>
            <a:ext cx="1102025" cy="91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82532"/>
            <a:ext cx="8472118" cy="483209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P. Perov, W. Johnson et N. Perova-Mello, "The physics of guitar string vibrations", </a:t>
            </a:r>
            <a:r>
              <a:rPr lang="en-GB" sz="1400" i="1" dirty="0"/>
              <a:t>American Journal of Physics</a:t>
            </a:r>
            <a:r>
              <a:rPr lang="en-GB" sz="1400" dirty="0"/>
              <a:t>, vol. 84, no. 1, pp. 38–43, 2016.</a:t>
            </a:r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[4]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3977</Words>
  <Application>Microsoft Office PowerPoint</Application>
  <PresentationFormat>On-screen Show (4:3)</PresentationFormat>
  <Paragraphs>821</Paragraphs>
  <Slides>45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558</cp:revision>
  <dcterms:created xsi:type="dcterms:W3CDTF">2025-06-09T15:35:56Z</dcterms:created>
  <dcterms:modified xsi:type="dcterms:W3CDTF">2025-12-15T11:09:26Z</dcterms:modified>
</cp:coreProperties>
</file>