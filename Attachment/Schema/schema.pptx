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4A669-B31F-456B-B0C3-B85B554B5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EA37A-0088-BCBA-C2AD-DB76A6027D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D4F1A-96DE-28EA-2B32-3CE9970C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95789-789A-7A60-3CB2-EDB5965AF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A8ED6-1478-9568-F713-9D54EC58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02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624B-59C4-3BEE-CDB5-EC70BD72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8C3F-D25F-2238-4CD6-9A2AF13CC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E4AC1-4F3C-E5E3-97CF-2D8530EE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4D45E-E468-7C31-82DB-EDC23CEE3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7F5DC-2EE1-C870-CD45-1EAA2FA0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9749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6D9B4-E340-0386-B5EE-2403EC9E2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990A7-C8AD-21BA-F182-97F3D1CF1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1499C-F545-156A-341E-36F92E21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E8FC1-4264-D742-37AF-3231006C9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5BF80-165E-0E56-C620-62A9D0CB0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885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1E81-E4C8-9AD4-F9A1-2D6D9673C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DCDC5-EA52-4105-3590-326C3F2CF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8FA65-0418-E677-015F-7BF492875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06DD5-8091-FD70-7BA6-4A964895B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AE511-C238-C73E-5CAD-ABBF97435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AFFBFA-D282-6525-F286-C076626F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8057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C250E-A893-4234-965C-CAE639B18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1F0F19-AD21-05A7-3BC9-802D67303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359650-8D8F-CD8B-1F38-08920E177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A5F6DA-320A-8742-531A-2C7FE18E6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6E777C-F3F2-78C5-CB5D-2116AF754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9DF9B7-2683-C046-3071-E0880A6F8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BC46C5-8DDA-E911-451E-7D64BFEF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AD790-ABB0-BE01-5417-63B7BE24C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876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51153-E940-DBA4-414E-4B950AF9A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FCA6ED-1610-A0C6-ED93-CAA84CB12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45B926-293A-5908-358A-A06D8041A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2EC7E-0C9A-490E-3E36-5E3C10B66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793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2B25A-6EE9-367C-5183-4A4301DE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F76E8-45EE-E4E5-FC0D-FD80B5D7E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7564-A237-35BF-B9A1-219C979BF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9852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A8F9A-711B-0188-DD5B-85A90C1FD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43C0F-FDA2-2A74-4F25-34E34A7E5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291142-3441-C687-2163-61C9FBE879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FB610-E014-D244-0DD9-4C582252C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AD4E4-9F19-FA29-CB3C-30E65744D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6201C-963A-6AC7-B7BE-4488AA2C8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8930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52AE-C1A8-A091-E0CE-009FAD105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D9AFD5-E585-53A0-DEFA-B52A1FF548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4600E-C475-DFD5-88F1-CC66FD892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7C1DBA-7E0E-15E2-7B81-567B8FF45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2319A-4D28-F167-AE7D-0615E541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2BC08-E5D6-FBD6-8C6E-617F373F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9941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26756-41D7-03A9-BFAB-B2AB434AF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C1D49D-1D3A-98E0-E9B0-81A6CBF087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90AD7-060C-DA32-04ED-A345B7947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24F2A-9DF0-1BE9-B3C9-19F3D8AA7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4A335-0C23-717D-B8E4-C9BF403F1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8431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C205CF-86A9-FEE7-0AC5-3227618D14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B55D4-1500-5ED0-D1AA-12F10F306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B4C07-C1DF-CA9D-4C2F-7F280B5F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2C59D-E7B2-E797-5180-B485B5C00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85F00-03BD-3AD5-336A-CAF6B23A0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4317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15AA0-9A79-E5B5-EA43-D7F83675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EB9C2-19AD-E9AD-D2B8-E499F6ACB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ECA4D-2CF7-0CDC-8B5A-8521F4917E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190FE-5B53-445B-A2B6-CFE3664BDC25}" type="datetimeFigureOut">
              <a:rPr lang="fr-FR" smtClean="0"/>
              <a:t>10/09/2025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0CF03-6F19-127B-9775-0DA0D4284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4702-924D-01D0-D013-209373C01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0872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rimedesmatieres.com/1024/bandeau_fr/services/tissu/cuirvieilli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rimedesmatieres.com/1024/bandeau_fr/services/tissu/cuirvieilli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2AB8DBE-1516-EC48-E61A-184B6A59339B}"/>
              </a:ext>
            </a:extLst>
          </p:cNvPr>
          <p:cNvGrpSpPr/>
          <p:nvPr/>
        </p:nvGrpSpPr>
        <p:grpSpPr>
          <a:xfrm>
            <a:off x="2596262" y="905585"/>
            <a:ext cx="4698239" cy="3790026"/>
            <a:chOff x="2596262" y="905585"/>
            <a:chExt cx="4698239" cy="3790026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85024DB-49A4-CE9F-DC40-55045011A618}"/>
                </a:ext>
              </a:extLst>
            </p:cNvPr>
            <p:cNvGrpSpPr/>
            <p:nvPr/>
          </p:nvGrpSpPr>
          <p:grpSpPr>
            <a:xfrm>
              <a:off x="4105274" y="1544541"/>
              <a:ext cx="710566" cy="2516919"/>
              <a:chOff x="6436994" y="2687541"/>
              <a:chExt cx="429123" cy="15019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91BCFDF-EA80-AC89-9D45-692FAC670553}"/>
                  </a:ext>
                </a:extLst>
              </p:cNvPr>
              <p:cNvSpPr/>
              <p:nvPr/>
            </p:nvSpPr>
            <p:spPr>
              <a:xfrm>
                <a:off x="6438260" y="2798859"/>
                <a:ext cx="427382" cy="129606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C6C99AAB-DEF2-3B77-0388-F53BF4924808}"/>
                  </a:ext>
                </a:extLst>
              </p:cNvPr>
              <p:cNvSpPr/>
              <p:nvPr/>
            </p:nvSpPr>
            <p:spPr>
              <a:xfrm>
                <a:off x="6438260" y="2687541"/>
                <a:ext cx="427382" cy="222637"/>
              </a:xfrm>
              <a:prstGeom prst="ellipse">
                <a:avLst/>
              </a:prstGeom>
              <a:solidFill>
                <a:schemeClr val="bg2"/>
              </a:solidFill>
              <a:ln w="63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100" b="1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BD8DEEE9-595C-06F2-9B7C-DCAA0A3E3BB6}"/>
                  </a:ext>
                </a:extLst>
              </p:cNvPr>
              <p:cNvSpPr/>
              <p:nvPr/>
            </p:nvSpPr>
            <p:spPr>
              <a:xfrm>
                <a:off x="6436995" y="3061335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C108FF23-E7CB-6DE7-A5B9-DFCF6DB2E536}"/>
                  </a:ext>
                </a:extLst>
              </p:cNvPr>
              <p:cNvSpPr/>
              <p:nvPr/>
            </p:nvSpPr>
            <p:spPr>
              <a:xfrm>
                <a:off x="6436994" y="3155509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26EA9AB3-C42D-A042-1B92-3ED337EEFF22}"/>
                  </a:ext>
                </a:extLst>
              </p:cNvPr>
              <p:cNvSpPr/>
              <p:nvPr/>
            </p:nvSpPr>
            <p:spPr>
              <a:xfrm>
                <a:off x="6436994" y="3249683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F30638CD-42CC-7A5C-1976-64C466A8C4CB}"/>
                  </a:ext>
                </a:extLst>
              </p:cNvPr>
              <p:cNvSpPr/>
              <p:nvPr/>
            </p:nvSpPr>
            <p:spPr>
              <a:xfrm>
                <a:off x="6436994" y="3349567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DD10DA60-E38F-6332-9D82-FC2B1E01BABE}"/>
                  </a:ext>
                </a:extLst>
              </p:cNvPr>
              <p:cNvSpPr/>
              <p:nvPr/>
            </p:nvSpPr>
            <p:spPr>
              <a:xfrm>
                <a:off x="6436994" y="3451766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9F8F694C-F7E7-396D-0ED7-47F5D5C0FA12}"/>
                  </a:ext>
                </a:extLst>
              </p:cNvPr>
              <p:cNvSpPr/>
              <p:nvPr/>
            </p:nvSpPr>
            <p:spPr>
              <a:xfrm>
                <a:off x="6436994" y="3550155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646A30C-5935-E3DC-57FD-3876459449CC}"/>
                  </a:ext>
                </a:extLst>
              </p:cNvPr>
              <p:cNvSpPr/>
              <p:nvPr/>
            </p:nvSpPr>
            <p:spPr>
              <a:xfrm>
                <a:off x="6438900" y="3634740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3C43178-88E0-26E0-983E-A5F8BCE59B95}"/>
                  </a:ext>
                </a:extLst>
              </p:cNvPr>
              <p:cNvSpPr/>
              <p:nvPr/>
            </p:nvSpPr>
            <p:spPr>
              <a:xfrm>
                <a:off x="6438899" y="3728914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B9693ED-60C1-082B-DB57-4408A2828E96}"/>
                  </a:ext>
                </a:extLst>
              </p:cNvPr>
              <p:cNvSpPr/>
              <p:nvPr/>
            </p:nvSpPr>
            <p:spPr>
              <a:xfrm>
                <a:off x="6438899" y="3823088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C599F15-A677-5DBE-5285-8EEBE13F2D0C}"/>
                  </a:ext>
                </a:extLst>
              </p:cNvPr>
              <p:cNvSpPr/>
              <p:nvPr/>
            </p:nvSpPr>
            <p:spPr>
              <a:xfrm>
                <a:off x="6438899" y="3922972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4CF9DC-DCFB-B4AA-BF5D-4AA0FF2DD1DA}"/>
                  </a:ext>
                </a:extLst>
              </p:cNvPr>
              <p:cNvSpPr/>
              <p:nvPr/>
            </p:nvSpPr>
            <p:spPr>
              <a:xfrm>
                <a:off x="6438735" y="3966873"/>
                <a:ext cx="427382" cy="22263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100" b="1" dirty="0">
                    <a:solidFill>
                      <a:schemeClr val="tx1"/>
                    </a:solidFill>
                  </a:rPr>
                  <a:t>S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E417193-AEED-414D-F123-FA03EC4B6581}"/>
                </a:ext>
              </a:extLst>
            </p:cNvPr>
            <p:cNvGrpSpPr/>
            <p:nvPr/>
          </p:nvGrpSpPr>
          <p:grpSpPr>
            <a:xfrm>
              <a:off x="4802398" y="1544541"/>
              <a:ext cx="710566" cy="2516919"/>
              <a:chOff x="6436994" y="2687541"/>
              <a:chExt cx="429123" cy="1501969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142F9DB-0DED-50AB-9840-E859630B1EB8}"/>
                  </a:ext>
                </a:extLst>
              </p:cNvPr>
              <p:cNvSpPr/>
              <p:nvPr/>
            </p:nvSpPr>
            <p:spPr>
              <a:xfrm>
                <a:off x="6438260" y="2798859"/>
                <a:ext cx="427382" cy="129606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883E24D-9647-C740-683F-2B26C074528D}"/>
                  </a:ext>
                </a:extLst>
              </p:cNvPr>
              <p:cNvSpPr/>
              <p:nvPr/>
            </p:nvSpPr>
            <p:spPr>
              <a:xfrm>
                <a:off x="6438260" y="2687541"/>
                <a:ext cx="427382" cy="222637"/>
              </a:xfrm>
              <a:prstGeom prst="ellipse">
                <a:avLst/>
              </a:prstGeom>
              <a:solidFill>
                <a:schemeClr val="bg2"/>
              </a:solidFill>
              <a:ln w="63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100" b="1" dirty="0">
                    <a:solidFill>
                      <a:schemeClr val="tx1"/>
                    </a:solidFill>
                  </a:rPr>
                  <a:t>S</a:t>
                </a:r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D83D27B-C7A4-175D-EF38-C060EA6136D2}"/>
                  </a:ext>
                </a:extLst>
              </p:cNvPr>
              <p:cNvSpPr/>
              <p:nvPr/>
            </p:nvSpPr>
            <p:spPr>
              <a:xfrm>
                <a:off x="6436995" y="3061335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CE072788-0B09-A33E-0F6B-BF884EAD0B2E}"/>
                  </a:ext>
                </a:extLst>
              </p:cNvPr>
              <p:cNvSpPr/>
              <p:nvPr/>
            </p:nvSpPr>
            <p:spPr>
              <a:xfrm>
                <a:off x="6436994" y="3155509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95A759C-B292-A1AB-C477-610E202C2D29}"/>
                  </a:ext>
                </a:extLst>
              </p:cNvPr>
              <p:cNvSpPr/>
              <p:nvPr/>
            </p:nvSpPr>
            <p:spPr>
              <a:xfrm>
                <a:off x="6436994" y="3249683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09EC7194-9AF4-E871-C713-C481F40327AF}"/>
                  </a:ext>
                </a:extLst>
              </p:cNvPr>
              <p:cNvSpPr/>
              <p:nvPr/>
            </p:nvSpPr>
            <p:spPr>
              <a:xfrm>
                <a:off x="6436994" y="3349567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F3B635C9-F2EA-E0B0-ED77-E0CCE8574E9F}"/>
                  </a:ext>
                </a:extLst>
              </p:cNvPr>
              <p:cNvSpPr/>
              <p:nvPr/>
            </p:nvSpPr>
            <p:spPr>
              <a:xfrm>
                <a:off x="6436994" y="3451766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787287F-76C3-25D3-7F47-C04FC290A118}"/>
                  </a:ext>
                </a:extLst>
              </p:cNvPr>
              <p:cNvSpPr/>
              <p:nvPr/>
            </p:nvSpPr>
            <p:spPr>
              <a:xfrm>
                <a:off x="6436994" y="3550155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5258253-48FA-E9F5-297F-1EE40790B856}"/>
                  </a:ext>
                </a:extLst>
              </p:cNvPr>
              <p:cNvSpPr/>
              <p:nvPr/>
            </p:nvSpPr>
            <p:spPr>
              <a:xfrm>
                <a:off x="6438900" y="3634740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2164A3C-ECEC-7DF8-9C6F-F120A4B323D7}"/>
                  </a:ext>
                </a:extLst>
              </p:cNvPr>
              <p:cNvSpPr/>
              <p:nvPr/>
            </p:nvSpPr>
            <p:spPr>
              <a:xfrm>
                <a:off x="6438899" y="3728914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4D8BCBB4-9740-CC07-A9D0-52B25C29CC6A}"/>
                  </a:ext>
                </a:extLst>
              </p:cNvPr>
              <p:cNvSpPr/>
              <p:nvPr/>
            </p:nvSpPr>
            <p:spPr>
              <a:xfrm>
                <a:off x="6438899" y="3823088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279A635-A94D-4040-F3E0-7B9223CB7B71}"/>
                  </a:ext>
                </a:extLst>
              </p:cNvPr>
              <p:cNvSpPr/>
              <p:nvPr/>
            </p:nvSpPr>
            <p:spPr>
              <a:xfrm>
                <a:off x="6438899" y="3922972"/>
                <a:ext cx="421005" cy="24791"/>
              </a:xfrm>
              <a:custGeom>
                <a:avLst/>
                <a:gdLst>
                  <a:gd name="connsiteX0" fmla="*/ 0 w 421005"/>
                  <a:gd name="connsiteY0" fmla="*/ 0 h 24791"/>
                  <a:gd name="connsiteX1" fmla="*/ 219075 w 421005"/>
                  <a:gd name="connsiteY1" fmla="*/ 24765 h 24791"/>
                  <a:gd name="connsiteX2" fmla="*/ 421005 w 421005"/>
                  <a:gd name="connsiteY2" fmla="*/ 3810 h 2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1005" h="24791">
                    <a:moveTo>
                      <a:pt x="0" y="0"/>
                    </a:moveTo>
                    <a:cubicBezTo>
                      <a:pt x="74454" y="12065"/>
                      <a:pt x="148908" y="24130"/>
                      <a:pt x="219075" y="24765"/>
                    </a:cubicBezTo>
                    <a:cubicBezTo>
                      <a:pt x="289242" y="25400"/>
                      <a:pt x="355123" y="14605"/>
                      <a:pt x="421005" y="3810"/>
                    </a:cubicBezTo>
                  </a:path>
                </a:pathLst>
              </a:cu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0DBD33AA-37C2-FEE3-1971-C394E6F2430B}"/>
                  </a:ext>
                </a:extLst>
              </p:cNvPr>
              <p:cNvSpPr/>
              <p:nvPr/>
            </p:nvSpPr>
            <p:spPr>
              <a:xfrm>
                <a:off x="6438735" y="3966873"/>
                <a:ext cx="427382" cy="22263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100" b="1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84F810C-ED7D-A33F-51CC-F141822DADB6}"/>
                </a:ext>
              </a:extLst>
            </p:cNvPr>
            <p:cNvSpPr/>
            <p:nvPr/>
          </p:nvSpPr>
          <p:spPr>
            <a:xfrm>
              <a:off x="3177084" y="1176839"/>
              <a:ext cx="3275937" cy="76737"/>
            </a:xfrm>
            <a:prstGeom prst="rect">
              <a:avLst/>
            </a:prstGeom>
            <a:blipFill>
              <a:blip r:embed="rId2">
                <a:extLst>
                  <a:ext uri="{837473B0-CC2E-450A-ABE3-18F120FF3D39}">
                    <a1611:picAttrSrcUrl xmlns:a1611="http://schemas.microsoft.com/office/drawing/2016/11/main" r:id="rId3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B2E9DDC-362F-FE8B-FE18-AA007CD25203}"/>
                </a:ext>
              </a:extLst>
            </p:cNvPr>
            <p:cNvCxnSpPr>
              <a:cxnSpLocks/>
              <a:endCxn id="57" idx="2"/>
            </p:cNvCxnSpPr>
            <p:nvPr/>
          </p:nvCxnSpPr>
          <p:spPr>
            <a:xfrm flipH="1" flipV="1">
              <a:off x="5502676" y="3453815"/>
              <a:ext cx="1791825" cy="119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8D9CD150-2774-0ACD-EBA0-BA608AB1A2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90021" y="1974290"/>
              <a:ext cx="17277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65E5121D-D778-166D-BAC0-AE41CC3AD6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2398" y="1974290"/>
              <a:ext cx="24153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A14E8B6-09D5-5AAA-C87A-C7CE44E061A3}"/>
                </a:ext>
              </a:extLst>
            </p:cNvPr>
            <p:cNvGrpSpPr/>
            <p:nvPr/>
          </p:nvGrpSpPr>
          <p:grpSpPr>
            <a:xfrm>
              <a:off x="2596262" y="996307"/>
              <a:ext cx="2087055" cy="3699304"/>
              <a:chOff x="2596262" y="996307"/>
              <a:chExt cx="2087055" cy="3699304"/>
            </a:xfrm>
          </p:grpSpPr>
          <p:sp>
            <p:nvSpPr>
              <p:cNvPr id="78" name="Arc 77">
                <a:extLst>
                  <a:ext uri="{FF2B5EF4-FFF2-40B4-BE49-F238E27FC236}">
                    <a16:creationId xmlns:a16="http://schemas.microsoft.com/office/drawing/2014/main" id="{02F93204-9F89-2C9E-8DDE-EAE548F4DA74}"/>
                  </a:ext>
                </a:extLst>
              </p:cNvPr>
              <p:cNvSpPr/>
              <p:nvPr/>
            </p:nvSpPr>
            <p:spPr>
              <a:xfrm rot="10800000">
                <a:off x="3283888" y="1768343"/>
                <a:ext cx="1399429" cy="2097350"/>
              </a:xfrm>
              <a:prstGeom prst="arc">
                <a:avLst>
                  <a:gd name="adj1" fmla="val 15885701"/>
                  <a:gd name="adj2" fmla="val 5692140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9" name="Arc 78">
                <a:extLst>
                  <a:ext uri="{FF2B5EF4-FFF2-40B4-BE49-F238E27FC236}">
                    <a16:creationId xmlns:a16="http://schemas.microsoft.com/office/drawing/2014/main" id="{D61DDABF-9808-9D54-3794-56EABCCC7B88}"/>
                  </a:ext>
                </a:extLst>
              </p:cNvPr>
              <p:cNvSpPr/>
              <p:nvPr/>
            </p:nvSpPr>
            <p:spPr>
              <a:xfrm rot="10800000">
                <a:off x="3068368" y="1444773"/>
                <a:ext cx="1399429" cy="2802372"/>
              </a:xfrm>
              <a:prstGeom prst="arc">
                <a:avLst>
                  <a:gd name="adj1" fmla="val 15039800"/>
                  <a:gd name="adj2" fmla="val 6385720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:a16="http://schemas.microsoft.com/office/drawing/2014/main" id="{6E671BEF-F78A-A13D-59E6-EF5544CEB01B}"/>
                  </a:ext>
                </a:extLst>
              </p:cNvPr>
              <p:cNvSpPr/>
              <p:nvPr/>
            </p:nvSpPr>
            <p:spPr>
              <a:xfrm rot="10800000">
                <a:off x="2656135" y="996307"/>
                <a:ext cx="1854352" cy="3699304"/>
              </a:xfrm>
              <a:prstGeom prst="arc">
                <a:avLst>
                  <a:gd name="adj1" fmla="val 14349328"/>
                  <a:gd name="adj2" fmla="val 6991892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2A1F321-4235-A6E4-8C33-4965962404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6262" y="2922270"/>
                <a:ext cx="59872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ABF99BD9-FFDF-1F5D-EEED-4F5A572CB0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62704" y="2922270"/>
                <a:ext cx="64406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469D2BF5-09C5-DDEC-4C4B-D602032CBD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67580" y="2888373"/>
                <a:ext cx="64406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FBF9E69C-7CE0-5040-5869-BB0BF47D4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5800" y="2888373"/>
                <a:ext cx="59872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3561BB8F-CC7A-299A-7F6C-4B6B168057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015" y="2867797"/>
                <a:ext cx="59872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6CC4658-5D21-3D2C-9720-FA7E52587C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87634" y="2866731"/>
                <a:ext cx="64406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4525346A-BDB3-0721-4D94-F0F1074B6D10}"/>
                </a:ext>
              </a:extLst>
            </p:cNvPr>
            <p:cNvGrpSpPr/>
            <p:nvPr/>
          </p:nvGrpSpPr>
          <p:grpSpPr>
            <a:xfrm rot="10800000">
              <a:off x="4759508" y="905585"/>
              <a:ext cx="2458277" cy="3699304"/>
              <a:chOff x="2596262" y="996307"/>
              <a:chExt cx="2087055" cy="3699304"/>
            </a:xfrm>
          </p:grpSpPr>
          <p:sp>
            <p:nvSpPr>
              <p:cNvPr id="93" name="Arc 92">
                <a:extLst>
                  <a:ext uri="{FF2B5EF4-FFF2-40B4-BE49-F238E27FC236}">
                    <a16:creationId xmlns:a16="http://schemas.microsoft.com/office/drawing/2014/main" id="{EE083B42-6005-01FD-A97D-33C9765F41B2}"/>
                  </a:ext>
                </a:extLst>
              </p:cNvPr>
              <p:cNvSpPr/>
              <p:nvPr/>
            </p:nvSpPr>
            <p:spPr>
              <a:xfrm rot="10800000">
                <a:off x="3283888" y="1768343"/>
                <a:ext cx="1399429" cy="2097350"/>
              </a:xfrm>
              <a:prstGeom prst="arc">
                <a:avLst>
                  <a:gd name="adj1" fmla="val 15885701"/>
                  <a:gd name="adj2" fmla="val 5692140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Arc 93">
                <a:extLst>
                  <a:ext uri="{FF2B5EF4-FFF2-40B4-BE49-F238E27FC236}">
                    <a16:creationId xmlns:a16="http://schemas.microsoft.com/office/drawing/2014/main" id="{9F37E834-0E05-A5F0-0ADC-98B01F21ECFB}"/>
                  </a:ext>
                </a:extLst>
              </p:cNvPr>
              <p:cNvSpPr/>
              <p:nvPr/>
            </p:nvSpPr>
            <p:spPr>
              <a:xfrm rot="10800000">
                <a:off x="3068368" y="1444773"/>
                <a:ext cx="1399429" cy="2802372"/>
              </a:xfrm>
              <a:prstGeom prst="arc">
                <a:avLst>
                  <a:gd name="adj1" fmla="val 15039800"/>
                  <a:gd name="adj2" fmla="val 6385720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:a16="http://schemas.microsoft.com/office/drawing/2014/main" id="{0F219F75-9589-A628-1216-826B7855196F}"/>
                  </a:ext>
                </a:extLst>
              </p:cNvPr>
              <p:cNvSpPr/>
              <p:nvPr/>
            </p:nvSpPr>
            <p:spPr>
              <a:xfrm rot="10800000">
                <a:off x="2656135" y="996307"/>
                <a:ext cx="1854352" cy="3699304"/>
              </a:xfrm>
              <a:prstGeom prst="arc">
                <a:avLst>
                  <a:gd name="adj1" fmla="val 14274424"/>
                  <a:gd name="adj2" fmla="val 7225553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9F2470BA-F805-22EB-4E2D-0503AFB7D6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6262" y="2922270"/>
                <a:ext cx="59872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6BF596F-947E-41EA-C7FF-2A8B65A149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62704" y="2922270"/>
                <a:ext cx="64406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948807FF-EADA-081D-8388-ED7A202FD1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67580" y="2888373"/>
                <a:ext cx="64406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9CFF0590-AAB4-7CC9-2130-2744903F33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5800" y="2888373"/>
                <a:ext cx="59872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57F9F332-42CA-26E0-362B-7CF605EFD4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015" y="2867797"/>
                <a:ext cx="59872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4B87C225-D2E8-BAD4-4780-5FE18D6285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87634" y="2866731"/>
                <a:ext cx="64406" cy="677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DC46B8DE-FCE1-DCA3-DCDE-BE17F59716AB}"/>
                </a:ext>
              </a:extLst>
            </p:cNvPr>
            <p:cNvCxnSpPr>
              <a:cxnSpLocks/>
              <a:endCxn id="63" idx="3"/>
            </p:cNvCxnSpPr>
            <p:nvPr/>
          </p:nvCxnSpPr>
          <p:spPr>
            <a:xfrm flipH="1">
              <a:off x="6453021" y="1211379"/>
              <a:ext cx="833074" cy="38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17241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A4CF7E6-A0FE-9590-0820-161067C55DF1}"/>
              </a:ext>
            </a:extLst>
          </p:cNvPr>
          <p:cNvGrpSpPr/>
          <p:nvPr/>
        </p:nvGrpSpPr>
        <p:grpSpPr>
          <a:xfrm>
            <a:off x="4105274" y="1544541"/>
            <a:ext cx="710566" cy="2516919"/>
            <a:chOff x="6436994" y="2687541"/>
            <a:chExt cx="429123" cy="1501969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6EED7DA-2788-DC52-27B6-1D0DB22B6B90}"/>
                </a:ext>
              </a:extLst>
            </p:cNvPr>
            <p:cNvSpPr/>
            <p:nvPr/>
          </p:nvSpPr>
          <p:spPr>
            <a:xfrm>
              <a:off x="6438260" y="2798859"/>
              <a:ext cx="427382" cy="12960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29C0052-CF46-C5D1-CCFB-9E5C85531D2F}"/>
                </a:ext>
              </a:extLst>
            </p:cNvPr>
            <p:cNvSpPr/>
            <p:nvPr/>
          </p:nvSpPr>
          <p:spPr>
            <a:xfrm>
              <a:off x="6438260" y="2687541"/>
              <a:ext cx="427382" cy="222637"/>
            </a:xfrm>
            <a:prstGeom prst="ellipse">
              <a:avLst/>
            </a:prstGeom>
            <a:solidFill>
              <a:schemeClr val="bg2"/>
            </a:solidFill>
            <a:ln w="63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78E145E-B6DB-032C-8A21-1D8B1C1AF240}"/>
                </a:ext>
              </a:extLst>
            </p:cNvPr>
            <p:cNvSpPr/>
            <p:nvPr/>
          </p:nvSpPr>
          <p:spPr>
            <a:xfrm>
              <a:off x="6436995" y="3061335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11D94E1-5D02-768D-BADF-3ACF4B7614AE}"/>
                </a:ext>
              </a:extLst>
            </p:cNvPr>
            <p:cNvSpPr/>
            <p:nvPr/>
          </p:nvSpPr>
          <p:spPr>
            <a:xfrm>
              <a:off x="6436994" y="3155509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E8D6B9-AFA9-82CF-7AF4-909643A62A73}"/>
                </a:ext>
              </a:extLst>
            </p:cNvPr>
            <p:cNvSpPr/>
            <p:nvPr/>
          </p:nvSpPr>
          <p:spPr>
            <a:xfrm>
              <a:off x="6436994" y="3249683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C63C5031-5DF2-8F8F-60A6-C59E9D9E9C25}"/>
                </a:ext>
              </a:extLst>
            </p:cNvPr>
            <p:cNvSpPr/>
            <p:nvPr/>
          </p:nvSpPr>
          <p:spPr>
            <a:xfrm>
              <a:off x="6436994" y="3349567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655CCA20-ED4F-D87E-8BF0-3DB3A9A68CC5}"/>
                </a:ext>
              </a:extLst>
            </p:cNvPr>
            <p:cNvSpPr/>
            <p:nvPr/>
          </p:nvSpPr>
          <p:spPr>
            <a:xfrm>
              <a:off x="6436994" y="3451766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7EB360C-5C1F-43A6-9ABA-37C0A6301798}"/>
                </a:ext>
              </a:extLst>
            </p:cNvPr>
            <p:cNvSpPr/>
            <p:nvPr/>
          </p:nvSpPr>
          <p:spPr>
            <a:xfrm>
              <a:off x="6436994" y="3550155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2A8FFEF3-7691-E719-9B5C-4BCE8F451D2E}"/>
                </a:ext>
              </a:extLst>
            </p:cNvPr>
            <p:cNvSpPr/>
            <p:nvPr/>
          </p:nvSpPr>
          <p:spPr>
            <a:xfrm>
              <a:off x="6438900" y="3634740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C143F58-3136-31DB-9CA5-29444EF123F8}"/>
                </a:ext>
              </a:extLst>
            </p:cNvPr>
            <p:cNvSpPr/>
            <p:nvPr/>
          </p:nvSpPr>
          <p:spPr>
            <a:xfrm>
              <a:off x="6438899" y="3728914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ED8AAF8-0BEA-B29A-1247-0399D8D42EFE}"/>
                </a:ext>
              </a:extLst>
            </p:cNvPr>
            <p:cNvSpPr/>
            <p:nvPr/>
          </p:nvSpPr>
          <p:spPr>
            <a:xfrm>
              <a:off x="6438899" y="3823088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5B65B92-53B1-4CC7-3FBF-031CEB79F5E7}"/>
                </a:ext>
              </a:extLst>
            </p:cNvPr>
            <p:cNvSpPr/>
            <p:nvPr/>
          </p:nvSpPr>
          <p:spPr>
            <a:xfrm>
              <a:off x="6438899" y="3922972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10608F1-32B5-CF62-BC56-D324E9348C1E}"/>
                </a:ext>
              </a:extLst>
            </p:cNvPr>
            <p:cNvSpPr/>
            <p:nvPr/>
          </p:nvSpPr>
          <p:spPr>
            <a:xfrm>
              <a:off x="6438735" y="3966873"/>
              <a:ext cx="427382" cy="222637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S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54D816-0878-AB87-4077-890AF04A1AD4}"/>
              </a:ext>
            </a:extLst>
          </p:cNvPr>
          <p:cNvCxnSpPr>
            <a:cxnSpLocks/>
          </p:cNvCxnSpPr>
          <p:nvPr/>
        </p:nvCxnSpPr>
        <p:spPr>
          <a:xfrm flipH="1">
            <a:off x="4743189" y="3465781"/>
            <a:ext cx="2551312" cy="23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155FB7-3BA4-A1C8-D9D2-2A5FAB15FDD4}"/>
              </a:ext>
            </a:extLst>
          </p:cNvPr>
          <p:cNvCxnSpPr>
            <a:cxnSpLocks/>
          </p:cNvCxnSpPr>
          <p:nvPr/>
        </p:nvCxnSpPr>
        <p:spPr>
          <a:xfrm flipH="1">
            <a:off x="4815052" y="1974290"/>
            <a:ext cx="2402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454BE4-7878-8B3C-5698-7E045F8D1251}"/>
              </a:ext>
            </a:extLst>
          </p:cNvPr>
          <p:cNvGrpSpPr/>
          <p:nvPr/>
        </p:nvGrpSpPr>
        <p:grpSpPr>
          <a:xfrm>
            <a:off x="2596262" y="996307"/>
            <a:ext cx="2087055" cy="3699304"/>
            <a:chOff x="2596262" y="996307"/>
            <a:chExt cx="2087055" cy="3699304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B3330F7-5594-A398-639D-D42B23930623}"/>
                </a:ext>
              </a:extLst>
            </p:cNvPr>
            <p:cNvSpPr/>
            <p:nvPr/>
          </p:nvSpPr>
          <p:spPr>
            <a:xfrm rot="10800000">
              <a:off x="3283888" y="1768343"/>
              <a:ext cx="1399429" cy="2097350"/>
            </a:xfrm>
            <a:prstGeom prst="arc">
              <a:avLst>
                <a:gd name="adj1" fmla="val 15885701"/>
                <a:gd name="adj2" fmla="val 569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C9159EBE-2DE7-1F3C-D1F1-865D67A0AEB4}"/>
                </a:ext>
              </a:extLst>
            </p:cNvPr>
            <p:cNvSpPr/>
            <p:nvPr/>
          </p:nvSpPr>
          <p:spPr>
            <a:xfrm rot="10800000">
              <a:off x="3068368" y="1444773"/>
              <a:ext cx="1399429" cy="2802372"/>
            </a:xfrm>
            <a:prstGeom prst="arc">
              <a:avLst>
                <a:gd name="adj1" fmla="val 15039800"/>
                <a:gd name="adj2" fmla="val 638572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BE8B40DE-C637-A8AE-1773-0018A3F547C7}"/>
                </a:ext>
              </a:extLst>
            </p:cNvPr>
            <p:cNvSpPr/>
            <p:nvPr/>
          </p:nvSpPr>
          <p:spPr>
            <a:xfrm rot="10800000">
              <a:off x="2656135" y="996307"/>
              <a:ext cx="1854352" cy="3699304"/>
            </a:xfrm>
            <a:prstGeom prst="arc">
              <a:avLst>
                <a:gd name="adj1" fmla="val 14349328"/>
                <a:gd name="adj2" fmla="val 6991892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DE79FF2-0249-C2F6-5A44-3CC538C16009}"/>
                </a:ext>
              </a:extLst>
            </p:cNvPr>
            <p:cNvCxnSpPr>
              <a:cxnSpLocks/>
            </p:cNvCxnSpPr>
            <p:nvPr/>
          </p:nvCxnSpPr>
          <p:spPr>
            <a:xfrm>
              <a:off x="2596262" y="2922270"/>
              <a:ext cx="59872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028F7CA-E374-A95C-95DE-B10E29076F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704" y="2922270"/>
              <a:ext cx="64406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4EB1654-86E0-5678-D06D-9777A64CC2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7580" y="2888373"/>
              <a:ext cx="64406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6CE717A-19D1-DBF8-F134-E9A78972DBEC}"/>
                </a:ext>
              </a:extLst>
            </p:cNvPr>
            <p:cNvCxnSpPr>
              <a:cxnSpLocks/>
            </p:cNvCxnSpPr>
            <p:nvPr/>
          </p:nvCxnSpPr>
          <p:spPr>
            <a:xfrm>
              <a:off x="3015800" y="2888373"/>
              <a:ext cx="59872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4B52C25-02AD-FA2D-6F99-C48E36666C01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15" y="2867797"/>
              <a:ext cx="59872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D92F03D-F806-A3B8-E388-132FE20767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7634" y="2866731"/>
              <a:ext cx="64406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4340C20-0C6E-F659-3475-A0DB2D7709B4}"/>
              </a:ext>
            </a:extLst>
          </p:cNvPr>
          <p:cNvGrpSpPr/>
          <p:nvPr/>
        </p:nvGrpSpPr>
        <p:grpSpPr>
          <a:xfrm flipH="1">
            <a:off x="4114675" y="1017079"/>
            <a:ext cx="2448000" cy="3699304"/>
            <a:chOff x="2596262" y="996307"/>
            <a:chExt cx="2087055" cy="3699304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060A4288-7B45-CF18-DF36-C0AB2764CF33}"/>
                </a:ext>
              </a:extLst>
            </p:cNvPr>
            <p:cNvSpPr/>
            <p:nvPr/>
          </p:nvSpPr>
          <p:spPr>
            <a:xfrm rot="10800000">
              <a:off x="3283888" y="1768343"/>
              <a:ext cx="1399429" cy="2097350"/>
            </a:xfrm>
            <a:prstGeom prst="arc">
              <a:avLst>
                <a:gd name="adj1" fmla="val 15885701"/>
                <a:gd name="adj2" fmla="val 569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6166CE2-4FEF-02E1-5C4C-B7470944EF7D}"/>
                </a:ext>
              </a:extLst>
            </p:cNvPr>
            <p:cNvSpPr/>
            <p:nvPr/>
          </p:nvSpPr>
          <p:spPr>
            <a:xfrm rot="10800000">
              <a:off x="3068368" y="1444773"/>
              <a:ext cx="1399429" cy="2802372"/>
            </a:xfrm>
            <a:prstGeom prst="arc">
              <a:avLst>
                <a:gd name="adj1" fmla="val 15039800"/>
                <a:gd name="adj2" fmla="val 638572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63F365BE-D09B-FB9C-4AB8-0A471E48EBF4}"/>
                </a:ext>
              </a:extLst>
            </p:cNvPr>
            <p:cNvSpPr/>
            <p:nvPr/>
          </p:nvSpPr>
          <p:spPr>
            <a:xfrm rot="10800000">
              <a:off x="2656135" y="996307"/>
              <a:ext cx="1854352" cy="3699304"/>
            </a:xfrm>
            <a:prstGeom prst="arc">
              <a:avLst>
                <a:gd name="adj1" fmla="val 14097423"/>
                <a:gd name="adj2" fmla="val 7225553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6F69B9-A724-009D-E2F8-A0470AAAB0E8}"/>
                </a:ext>
              </a:extLst>
            </p:cNvPr>
            <p:cNvCxnSpPr>
              <a:cxnSpLocks/>
            </p:cNvCxnSpPr>
            <p:nvPr/>
          </p:nvCxnSpPr>
          <p:spPr>
            <a:xfrm>
              <a:off x="2596262" y="2922270"/>
              <a:ext cx="59872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9147F50-5419-F847-8991-98693C7F67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704" y="2922270"/>
              <a:ext cx="64406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39BD6BF-BE28-2737-627C-E1FA070D8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7580" y="2888373"/>
              <a:ext cx="64406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7788EC6-A021-A72F-4FC5-8F7A0BF3FED0}"/>
                </a:ext>
              </a:extLst>
            </p:cNvPr>
            <p:cNvCxnSpPr>
              <a:cxnSpLocks/>
            </p:cNvCxnSpPr>
            <p:nvPr/>
          </p:nvCxnSpPr>
          <p:spPr>
            <a:xfrm>
              <a:off x="3015800" y="2888373"/>
              <a:ext cx="59872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919003F-7A2A-ACD4-8D91-1CF3A5F516FF}"/>
                </a:ext>
              </a:extLst>
            </p:cNvPr>
            <p:cNvCxnSpPr>
              <a:cxnSpLocks/>
            </p:cNvCxnSpPr>
            <p:nvPr/>
          </p:nvCxnSpPr>
          <p:spPr>
            <a:xfrm>
              <a:off x="3224015" y="2867797"/>
              <a:ext cx="59872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8514DA3-C046-0BCD-008F-6AD0E9629F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7634" y="2866731"/>
              <a:ext cx="64406" cy="6779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A7EAFB8-4A45-E0B0-4786-BD51FB893703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6105765" y="1211379"/>
            <a:ext cx="1180330" cy="11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B4721D9A-6397-2877-E7C3-1E6A0D31AE9D}"/>
              </a:ext>
            </a:extLst>
          </p:cNvPr>
          <p:cNvSpPr/>
          <p:nvPr/>
        </p:nvSpPr>
        <p:spPr>
          <a:xfrm>
            <a:off x="2829828" y="1184392"/>
            <a:ext cx="3275937" cy="76737"/>
          </a:xfrm>
          <a:prstGeom prst="rect">
            <a:avLst/>
          </a:prstGeom>
          <a:blipFill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8029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3</cp:revision>
  <dcterms:created xsi:type="dcterms:W3CDTF">2025-09-08T09:45:15Z</dcterms:created>
  <dcterms:modified xsi:type="dcterms:W3CDTF">2025-09-10T20:48:16Z</dcterms:modified>
</cp:coreProperties>
</file>