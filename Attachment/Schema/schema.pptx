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A669-B31F-456B-B0C3-B85B554B5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EA37A-0088-BCBA-C2AD-DB76A6027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D4F1A-96DE-28EA-2B32-3CE9970C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95789-789A-7A60-3CB2-EDB5965A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A8ED6-1478-9568-F713-9D54EC58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02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624B-59C4-3BEE-CDB5-EC70BD72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8C3F-D25F-2238-4CD6-9A2AF13CC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E4AC1-4F3C-E5E3-97CF-2D8530EE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4D45E-E468-7C31-82DB-EDC23CEE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7F5DC-2EE1-C870-CD45-1EAA2FA0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74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D9B4-E340-0386-B5EE-2403EC9E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990A7-C8AD-21BA-F182-97F3D1CF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499C-F545-156A-341E-36F92E21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8FC1-4264-D742-37AF-3231006C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5BF80-165E-0E56-C620-62A9D0CB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85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1E81-E4C8-9AD4-F9A1-2D6D9673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CDC5-EA52-4105-3590-326C3F2CF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8FA65-0418-E677-015F-7BF49287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06DD5-8091-FD70-7BA6-4A964895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AE511-C238-C73E-5CAD-ABBF9743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FFBFA-D282-6525-F286-C076626F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05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250E-A893-4234-965C-CAE639B1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F0F19-AD21-05A7-3BC9-802D67303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59650-8D8F-CD8B-1F38-08920E177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5F6DA-320A-8742-531A-2C7FE18E6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E777C-F3F2-78C5-CB5D-2116AF754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DF9B7-2683-C046-3071-E0880A6F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BC46C5-8DDA-E911-451E-7D64BFEF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AD790-ABB0-BE01-5417-63B7BE24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76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1153-E940-DBA4-414E-4B950AF9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CA6ED-1610-A0C6-ED93-CAA84CB1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5B926-293A-5908-358A-A06D8041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2EC7E-0C9A-490E-3E36-5E3C10B6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9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2B25A-6EE9-367C-5183-4A4301DE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F76E8-45EE-E4E5-FC0D-FD80B5D7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7564-A237-35BF-B9A1-219C979B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85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8F9A-711B-0188-DD5B-85A90C1F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3C0F-FDA2-2A74-4F25-34E34A7E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91142-3441-C687-2163-61C9FBE87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FB610-E014-D244-0DD9-4C582252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AD4E4-9F19-FA29-CB3C-30E65744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6201C-963A-6AC7-B7BE-4488AA2C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93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52AE-C1A8-A091-E0CE-009FAD10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9AFD5-E585-53A0-DEFA-B52A1FF54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4600E-C475-DFD5-88F1-CC66FD892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C1DBA-7E0E-15E2-7B81-567B8FF4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2319A-4D28-F167-AE7D-0615E541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2BC08-E5D6-FBD6-8C6E-617F373F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94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6756-41D7-03A9-BFAB-B2AB434A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1D49D-1D3A-98E0-E9B0-81A6CBF08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90AD7-060C-DA32-04ED-A345B794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24F2A-9DF0-1BE9-B3C9-19F3D8AA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A335-0C23-717D-B8E4-C9BF403F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843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205CF-86A9-FEE7-0AC5-3227618D1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B55D4-1500-5ED0-D1AA-12F10F306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B4C07-C1DF-CA9D-4C2F-7F280B5F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2C59D-E7B2-E797-5180-B485B5C0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85F00-03BD-3AD5-336A-CAF6B23A0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31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15AA0-9A79-E5B5-EA43-D7F83675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EB9C2-19AD-E9AD-D2B8-E499F6ACB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ECA4D-2CF7-0CDC-8B5A-8521F4917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190FE-5B53-445B-A2B6-CFE3664BDC25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0CF03-6F19-127B-9775-0DA0D4284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4702-924D-01D0-D013-209373C01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D6730-C88C-4D10-8FC6-74EF10A2CCD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87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rimedesmatieres.com/1024/bandeau_fr/services/tissu/cuirvieilli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rimedesmatieres.com/1024/bandeau_fr/services/tissu/cuirvieilli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785024DB-49A4-CE9F-DC40-55045011A618}"/>
              </a:ext>
            </a:extLst>
          </p:cNvPr>
          <p:cNvGrpSpPr/>
          <p:nvPr/>
        </p:nvGrpSpPr>
        <p:grpSpPr>
          <a:xfrm>
            <a:off x="4105274" y="1544541"/>
            <a:ext cx="710566" cy="2516919"/>
            <a:chOff x="6436994" y="2687541"/>
            <a:chExt cx="429123" cy="15019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1BCFDF-EA80-AC89-9D45-692FAC670553}"/>
                </a:ext>
              </a:extLst>
            </p:cNvPr>
            <p:cNvSpPr/>
            <p:nvPr/>
          </p:nvSpPr>
          <p:spPr>
            <a:xfrm>
              <a:off x="6438260" y="2798859"/>
              <a:ext cx="427382" cy="1296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6C99AAB-DEF2-3B77-0388-F53BF4924808}"/>
                </a:ext>
              </a:extLst>
            </p:cNvPr>
            <p:cNvSpPr/>
            <p:nvPr/>
          </p:nvSpPr>
          <p:spPr>
            <a:xfrm>
              <a:off x="6438260" y="2687541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DEEE9-595C-06F2-9B7C-DCAA0A3E3BB6}"/>
                </a:ext>
              </a:extLst>
            </p:cNvPr>
            <p:cNvSpPr/>
            <p:nvPr/>
          </p:nvSpPr>
          <p:spPr>
            <a:xfrm>
              <a:off x="6436995" y="3061335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108FF23-E7CB-6DE7-A5B9-DFCF6DB2E536}"/>
                </a:ext>
              </a:extLst>
            </p:cNvPr>
            <p:cNvSpPr/>
            <p:nvPr/>
          </p:nvSpPr>
          <p:spPr>
            <a:xfrm>
              <a:off x="6436994" y="3155509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EA9AB3-C42D-A042-1B92-3ED337EEFF22}"/>
                </a:ext>
              </a:extLst>
            </p:cNvPr>
            <p:cNvSpPr/>
            <p:nvPr/>
          </p:nvSpPr>
          <p:spPr>
            <a:xfrm>
              <a:off x="6436994" y="3249683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30638CD-42CC-7A5C-1976-64C466A8C4CB}"/>
                </a:ext>
              </a:extLst>
            </p:cNvPr>
            <p:cNvSpPr/>
            <p:nvPr/>
          </p:nvSpPr>
          <p:spPr>
            <a:xfrm>
              <a:off x="6436994" y="3349567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D10DA60-E38F-6332-9D82-FC2B1E01BABE}"/>
                </a:ext>
              </a:extLst>
            </p:cNvPr>
            <p:cNvSpPr/>
            <p:nvPr/>
          </p:nvSpPr>
          <p:spPr>
            <a:xfrm>
              <a:off x="6436994" y="3451766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F8F694C-F7E7-396D-0ED7-47F5D5C0FA12}"/>
                </a:ext>
              </a:extLst>
            </p:cNvPr>
            <p:cNvSpPr/>
            <p:nvPr/>
          </p:nvSpPr>
          <p:spPr>
            <a:xfrm>
              <a:off x="6436994" y="3550155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646A30C-5935-E3DC-57FD-3876459449CC}"/>
                </a:ext>
              </a:extLst>
            </p:cNvPr>
            <p:cNvSpPr/>
            <p:nvPr/>
          </p:nvSpPr>
          <p:spPr>
            <a:xfrm>
              <a:off x="6438900" y="3634740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3C43178-88E0-26E0-983E-A5F8BCE59B95}"/>
                </a:ext>
              </a:extLst>
            </p:cNvPr>
            <p:cNvSpPr/>
            <p:nvPr/>
          </p:nvSpPr>
          <p:spPr>
            <a:xfrm>
              <a:off x="6438899" y="3728914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9693ED-60C1-082B-DB57-4408A2828E96}"/>
                </a:ext>
              </a:extLst>
            </p:cNvPr>
            <p:cNvSpPr/>
            <p:nvPr/>
          </p:nvSpPr>
          <p:spPr>
            <a:xfrm>
              <a:off x="6438899" y="3823088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C599F15-A677-5DBE-5285-8EEBE13F2D0C}"/>
                </a:ext>
              </a:extLst>
            </p:cNvPr>
            <p:cNvSpPr/>
            <p:nvPr/>
          </p:nvSpPr>
          <p:spPr>
            <a:xfrm>
              <a:off x="6438899" y="3922972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D4CF9DC-DCFB-B4AA-BF5D-4AA0FF2DD1DA}"/>
                </a:ext>
              </a:extLst>
            </p:cNvPr>
            <p:cNvSpPr/>
            <p:nvPr/>
          </p:nvSpPr>
          <p:spPr>
            <a:xfrm>
              <a:off x="6438735" y="3966873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E417193-AEED-414D-F123-FA03EC4B6581}"/>
              </a:ext>
            </a:extLst>
          </p:cNvPr>
          <p:cNvGrpSpPr/>
          <p:nvPr/>
        </p:nvGrpSpPr>
        <p:grpSpPr>
          <a:xfrm>
            <a:off x="4804499" y="1544541"/>
            <a:ext cx="708470" cy="2516919"/>
            <a:chOff x="6438260" y="2687541"/>
            <a:chExt cx="427857" cy="150196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42F9DB-0DED-50AB-9840-E859630B1EB8}"/>
                </a:ext>
              </a:extLst>
            </p:cNvPr>
            <p:cNvSpPr/>
            <p:nvPr/>
          </p:nvSpPr>
          <p:spPr>
            <a:xfrm>
              <a:off x="6438260" y="2798859"/>
              <a:ext cx="427382" cy="1296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883E24D-9647-C740-683F-2B26C074528D}"/>
                </a:ext>
              </a:extLst>
            </p:cNvPr>
            <p:cNvSpPr/>
            <p:nvPr/>
          </p:nvSpPr>
          <p:spPr>
            <a:xfrm>
              <a:off x="6438260" y="2687541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DBD33AA-37C2-FEE3-1971-C394E6F2430B}"/>
                </a:ext>
              </a:extLst>
            </p:cNvPr>
            <p:cNvSpPr/>
            <p:nvPr/>
          </p:nvSpPr>
          <p:spPr>
            <a:xfrm>
              <a:off x="6438735" y="3966873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78" name="Arc 77">
            <a:extLst>
              <a:ext uri="{FF2B5EF4-FFF2-40B4-BE49-F238E27FC236}">
                <a16:creationId xmlns:a16="http://schemas.microsoft.com/office/drawing/2014/main" id="{02F93204-9F89-2C9E-8DDE-EAE548F4DA74}"/>
              </a:ext>
            </a:extLst>
          </p:cNvPr>
          <p:cNvSpPr/>
          <p:nvPr/>
        </p:nvSpPr>
        <p:spPr>
          <a:xfrm rot="10800000">
            <a:off x="3283888" y="1768343"/>
            <a:ext cx="1399429" cy="2097350"/>
          </a:xfrm>
          <a:prstGeom prst="arc">
            <a:avLst>
              <a:gd name="adj1" fmla="val 15885701"/>
              <a:gd name="adj2" fmla="val 569214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D61DDABF-9808-9D54-3794-56EABCCC7B88}"/>
              </a:ext>
            </a:extLst>
          </p:cNvPr>
          <p:cNvSpPr/>
          <p:nvPr/>
        </p:nvSpPr>
        <p:spPr>
          <a:xfrm rot="10800000">
            <a:off x="3068368" y="1444773"/>
            <a:ext cx="1399429" cy="2802372"/>
          </a:xfrm>
          <a:prstGeom prst="arc">
            <a:avLst>
              <a:gd name="adj1" fmla="val 15039800"/>
              <a:gd name="adj2" fmla="val 638572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6E671BEF-F78A-A13D-59E6-EF5544CEB01B}"/>
              </a:ext>
            </a:extLst>
          </p:cNvPr>
          <p:cNvSpPr/>
          <p:nvPr/>
        </p:nvSpPr>
        <p:spPr>
          <a:xfrm rot="10800000">
            <a:off x="2656135" y="996307"/>
            <a:ext cx="1854352" cy="3699304"/>
          </a:xfrm>
          <a:prstGeom prst="arc">
            <a:avLst>
              <a:gd name="adj1" fmla="val 14349328"/>
              <a:gd name="adj2" fmla="val 6991892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2A1F321-4235-A6E4-8C33-496596240492}"/>
              </a:ext>
            </a:extLst>
          </p:cNvPr>
          <p:cNvCxnSpPr>
            <a:cxnSpLocks/>
          </p:cNvCxnSpPr>
          <p:nvPr/>
        </p:nvCxnSpPr>
        <p:spPr>
          <a:xfrm>
            <a:off x="2596262" y="2922270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BF99BD9-FFDF-1F5D-EEED-4F5A572CB05E}"/>
              </a:ext>
            </a:extLst>
          </p:cNvPr>
          <p:cNvCxnSpPr>
            <a:cxnSpLocks/>
          </p:cNvCxnSpPr>
          <p:nvPr/>
        </p:nvCxnSpPr>
        <p:spPr>
          <a:xfrm flipV="1">
            <a:off x="2662704" y="2922270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69D2BF5-09C5-DDEC-4C4B-D602032CBDD9}"/>
              </a:ext>
            </a:extLst>
          </p:cNvPr>
          <p:cNvCxnSpPr>
            <a:cxnSpLocks/>
          </p:cNvCxnSpPr>
          <p:nvPr/>
        </p:nvCxnSpPr>
        <p:spPr>
          <a:xfrm flipV="1">
            <a:off x="3067580" y="2888373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BF9E69C-7CE0-5040-5869-BB0BF47D4970}"/>
              </a:ext>
            </a:extLst>
          </p:cNvPr>
          <p:cNvCxnSpPr>
            <a:cxnSpLocks/>
          </p:cNvCxnSpPr>
          <p:nvPr/>
        </p:nvCxnSpPr>
        <p:spPr>
          <a:xfrm>
            <a:off x="3015800" y="2888373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561BB8F-CC7A-299A-7F6C-4B6B16805733}"/>
              </a:ext>
            </a:extLst>
          </p:cNvPr>
          <p:cNvCxnSpPr>
            <a:cxnSpLocks/>
          </p:cNvCxnSpPr>
          <p:nvPr/>
        </p:nvCxnSpPr>
        <p:spPr>
          <a:xfrm>
            <a:off x="3224015" y="2867797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6CC4658-5D21-3D2C-9720-FA7E52587C9C}"/>
              </a:ext>
            </a:extLst>
          </p:cNvPr>
          <p:cNvCxnSpPr>
            <a:cxnSpLocks/>
          </p:cNvCxnSpPr>
          <p:nvPr/>
        </p:nvCxnSpPr>
        <p:spPr>
          <a:xfrm flipV="1">
            <a:off x="3287634" y="2866731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rc 92">
            <a:extLst>
              <a:ext uri="{FF2B5EF4-FFF2-40B4-BE49-F238E27FC236}">
                <a16:creationId xmlns:a16="http://schemas.microsoft.com/office/drawing/2014/main" id="{EE083B42-6005-01FD-A97D-33C9765F41B2}"/>
              </a:ext>
            </a:extLst>
          </p:cNvPr>
          <p:cNvSpPr/>
          <p:nvPr/>
        </p:nvSpPr>
        <p:spPr>
          <a:xfrm>
            <a:off x="4759508" y="1735503"/>
            <a:ext cx="1648344" cy="2097350"/>
          </a:xfrm>
          <a:prstGeom prst="arc">
            <a:avLst>
              <a:gd name="adj1" fmla="val 15885701"/>
              <a:gd name="adj2" fmla="val 569214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9F37E834-0E05-A5F0-0ADC-98B01F21ECFB}"/>
              </a:ext>
            </a:extLst>
          </p:cNvPr>
          <p:cNvSpPr/>
          <p:nvPr/>
        </p:nvSpPr>
        <p:spPr>
          <a:xfrm>
            <a:off x="5013362" y="1354051"/>
            <a:ext cx="1648344" cy="2802372"/>
          </a:xfrm>
          <a:prstGeom prst="arc">
            <a:avLst>
              <a:gd name="adj1" fmla="val 15039800"/>
              <a:gd name="adj2" fmla="val 638572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Arc 94">
            <a:extLst>
              <a:ext uri="{FF2B5EF4-FFF2-40B4-BE49-F238E27FC236}">
                <a16:creationId xmlns:a16="http://schemas.microsoft.com/office/drawing/2014/main" id="{0F219F75-9589-A628-1216-826B7855196F}"/>
              </a:ext>
            </a:extLst>
          </p:cNvPr>
          <p:cNvSpPr/>
          <p:nvPr/>
        </p:nvSpPr>
        <p:spPr>
          <a:xfrm>
            <a:off x="4963079" y="905585"/>
            <a:ext cx="2184183" cy="3699304"/>
          </a:xfrm>
          <a:prstGeom prst="arc">
            <a:avLst>
              <a:gd name="adj1" fmla="val 14274424"/>
              <a:gd name="adj2" fmla="val 7225553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F2470BA-F805-22EB-4E2D-0503AFB7D679}"/>
              </a:ext>
            </a:extLst>
          </p:cNvPr>
          <p:cNvCxnSpPr>
            <a:cxnSpLocks/>
          </p:cNvCxnSpPr>
          <p:nvPr/>
        </p:nvCxnSpPr>
        <p:spPr>
          <a:xfrm rot="10800000">
            <a:off x="7147264" y="2611133"/>
            <a:ext cx="70521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6BF596F-947E-41EA-C7FF-2A8B65A1497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63663" y="2611133"/>
            <a:ext cx="7586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48807FF-EADA-081D-8388-ED7A202FD1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86772" y="2645030"/>
            <a:ext cx="7586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CFF0590-AAB4-7CC9-2130-2744903F33DF}"/>
              </a:ext>
            </a:extLst>
          </p:cNvPr>
          <p:cNvCxnSpPr>
            <a:cxnSpLocks/>
          </p:cNvCxnSpPr>
          <p:nvPr/>
        </p:nvCxnSpPr>
        <p:spPr>
          <a:xfrm rot="10800000">
            <a:off x="6653103" y="2645030"/>
            <a:ext cx="70521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7F9F332-42CA-26E0-362B-7CF605EFD442}"/>
              </a:ext>
            </a:extLst>
          </p:cNvPr>
          <p:cNvCxnSpPr>
            <a:cxnSpLocks/>
          </p:cNvCxnSpPr>
          <p:nvPr/>
        </p:nvCxnSpPr>
        <p:spPr>
          <a:xfrm rot="10800000">
            <a:off x="6407853" y="2665606"/>
            <a:ext cx="70521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B87C225-D2E8-BAD4-4780-5FE18D6285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27578" y="2666672"/>
            <a:ext cx="7586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84F810C-ED7D-A33F-51CC-F141822DADB6}"/>
              </a:ext>
            </a:extLst>
          </p:cNvPr>
          <p:cNvSpPr/>
          <p:nvPr/>
        </p:nvSpPr>
        <p:spPr>
          <a:xfrm>
            <a:off x="3177084" y="1176839"/>
            <a:ext cx="3275937" cy="76737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6D59339-0E85-790A-FD96-C3CF7E7867CA}"/>
              </a:ext>
            </a:extLst>
          </p:cNvPr>
          <p:cNvSpPr/>
          <p:nvPr/>
        </p:nvSpPr>
        <p:spPr>
          <a:xfrm>
            <a:off x="4806332" y="2180651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FA998FA-D6D9-37F7-5619-03904C3010F0}"/>
              </a:ext>
            </a:extLst>
          </p:cNvPr>
          <p:cNvSpPr/>
          <p:nvPr/>
        </p:nvSpPr>
        <p:spPr>
          <a:xfrm>
            <a:off x="4806330" y="2338463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5352D34-6FB8-B0B2-5610-45880C2CB6A1}"/>
              </a:ext>
            </a:extLst>
          </p:cNvPr>
          <p:cNvSpPr/>
          <p:nvPr/>
        </p:nvSpPr>
        <p:spPr>
          <a:xfrm>
            <a:off x="4806330" y="2496274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659324-1C2B-0ED0-01BC-887C760AAD70}"/>
              </a:ext>
            </a:extLst>
          </p:cNvPr>
          <p:cNvSpPr/>
          <p:nvPr/>
        </p:nvSpPr>
        <p:spPr>
          <a:xfrm>
            <a:off x="4806330" y="2663655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98AB9B-B434-47E4-9428-25B97DFD6E5A}"/>
              </a:ext>
            </a:extLst>
          </p:cNvPr>
          <p:cNvSpPr/>
          <p:nvPr/>
        </p:nvSpPr>
        <p:spPr>
          <a:xfrm>
            <a:off x="4806330" y="2834914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551FA5-27A8-6122-007A-EA01A7114CEC}"/>
              </a:ext>
            </a:extLst>
          </p:cNvPr>
          <p:cNvSpPr/>
          <p:nvPr/>
        </p:nvSpPr>
        <p:spPr>
          <a:xfrm>
            <a:off x="4806330" y="2999789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E3DE00-F074-B2AA-2116-34EE52AEC2E5}"/>
              </a:ext>
            </a:extLst>
          </p:cNvPr>
          <p:cNvSpPr/>
          <p:nvPr/>
        </p:nvSpPr>
        <p:spPr>
          <a:xfrm>
            <a:off x="4809486" y="3141532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F5184A-457D-4BE4-A59C-60F76A98DBF1}"/>
              </a:ext>
            </a:extLst>
          </p:cNvPr>
          <p:cNvSpPr/>
          <p:nvPr/>
        </p:nvSpPr>
        <p:spPr>
          <a:xfrm>
            <a:off x="4809484" y="3299344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881A03-8BD6-9C6B-71BD-7BB86E0832D6}"/>
              </a:ext>
            </a:extLst>
          </p:cNvPr>
          <p:cNvSpPr/>
          <p:nvPr/>
        </p:nvSpPr>
        <p:spPr>
          <a:xfrm>
            <a:off x="4809484" y="3457156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C10839C-EAB5-F634-13F0-5CD1C3A13EEF}"/>
              </a:ext>
            </a:extLst>
          </p:cNvPr>
          <p:cNvSpPr/>
          <p:nvPr/>
        </p:nvSpPr>
        <p:spPr>
          <a:xfrm>
            <a:off x="4809484" y="3624536"/>
            <a:ext cx="697124" cy="41543"/>
          </a:xfrm>
          <a:custGeom>
            <a:avLst/>
            <a:gdLst>
              <a:gd name="connsiteX0" fmla="*/ 0 w 421005"/>
              <a:gd name="connsiteY0" fmla="*/ 0 h 24791"/>
              <a:gd name="connsiteX1" fmla="*/ 219075 w 421005"/>
              <a:gd name="connsiteY1" fmla="*/ 24765 h 24791"/>
              <a:gd name="connsiteX2" fmla="*/ 421005 w 421005"/>
              <a:gd name="connsiteY2" fmla="*/ 3810 h 24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" h="24791">
                <a:moveTo>
                  <a:pt x="0" y="0"/>
                </a:moveTo>
                <a:cubicBezTo>
                  <a:pt x="74454" y="12065"/>
                  <a:pt x="148908" y="24130"/>
                  <a:pt x="219075" y="24765"/>
                </a:cubicBezTo>
                <a:cubicBezTo>
                  <a:pt x="289242" y="25400"/>
                  <a:pt x="355123" y="14605"/>
                  <a:pt x="421005" y="3810"/>
                </a:cubicBezTo>
              </a:path>
            </a:pathLst>
          </a:cu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24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AF621-5654-44B8-E8E6-EFBDF683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A49F4CF-D58B-286A-4A6C-CA9F187D8273}"/>
              </a:ext>
            </a:extLst>
          </p:cNvPr>
          <p:cNvGrpSpPr/>
          <p:nvPr/>
        </p:nvGrpSpPr>
        <p:grpSpPr>
          <a:xfrm>
            <a:off x="4105274" y="1544541"/>
            <a:ext cx="710566" cy="2516919"/>
            <a:chOff x="6436994" y="2687541"/>
            <a:chExt cx="429123" cy="15019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BE1B01-0711-A607-3C1F-926CDA77B21C}"/>
                </a:ext>
              </a:extLst>
            </p:cNvPr>
            <p:cNvSpPr/>
            <p:nvPr/>
          </p:nvSpPr>
          <p:spPr>
            <a:xfrm>
              <a:off x="6438260" y="2798859"/>
              <a:ext cx="427382" cy="1296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7D7E0B-0939-7C9A-4FC1-9B5FADC30A84}"/>
                </a:ext>
              </a:extLst>
            </p:cNvPr>
            <p:cNvSpPr/>
            <p:nvPr/>
          </p:nvSpPr>
          <p:spPr>
            <a:xfrm>
              <a:off x="6438260" y="2687541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55AE4D5-5DB1-F613-8437-195419E8939F}"/>
                </a:ext>
              </a:extLst>
            </p:cNvPr>
            <p:cNvSpPr/>
            <p:nvPr/>
          </p:nvSpPr>
          <p:spPr>
            <a:xfrm>
              <a:off x="6436995" y="3061335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4AFCFFE-794C-87E6-B794-3A0E24C6C785}"/>
                </a:ext>
              </a:extLst>
            </p:cNvPr>
            <p:cNvSpPr/>
            <p:nvPr/>
          </p:nvSpPr>
          <p:spPr>
            <a:xfrm>
              <a:off x="6436994" y="3155509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16D9FDA-D13A-82F6-CF8A-F7B8062726AE}"/>
                </a:ext>
              </a:extLst>
            </p:cNvPr>
            <p:cNvSpPr/>
            <p:nvPr/>
          </p:nvSpPr>
          <p:spPr>
            <a:xfrm>
              <a:off x="6436994" y="3249683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0A6AEEB-A11C-5983-AB7A-B61442640465}"/>
                </a:ext>
              </a:extLst>
            </p:cNvPr>
            <p:cNvSpPr/>
            <p:nvPr/>
          </p:nvSpPr>
          <p:spPr>
            <a:xfrm>
              <a:off x="6436994" y="3349567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287B07-82B6-75C1-801A-37BEA98CDA64}"/>
                </a:ext>
              </a:extLst>
            </p:cNvPr>
            <p:cNvSpPr/>
            <p:nvPr/>
          </p:nvSpPr>
          <p:spPr>
            <a:xfrm>
              <a:off x="6436994" y="3451766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F1EC203-71E4-F58B-88B7-6B1FEDCD74E3}"/>
                </a:ext>
              </a:extLst>
            </p:cNvPr>
            <p:cNvSpPr/>
            <p:nvPr/>
          </p:nvSpPr>
          <p:spPr>
            <a:xfrm>
              <a:off x="6436994" y="3550155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7327AB-AF65-BF93-2DA4-CA4AD92C86F5}"/>
                </a:ext>
              </a:extLst>
            </p:cNvPr>
            <p:cNvSpPr/>
            <p:nvPr/>
          </p:nvSpPr>
          <p:spPr>
            <a:xfrm>
              <a:off x="6438900" y="3634740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C00C5E8-1658-2AD8-B3BD-F8D2691CD3AB}"/>
                </a:ext>
              </a:extLst>
            </p:cNvPr>
            <p:cNvSpPr/>
            <p:nvPr/>
          </p:nvSpPr>
          <p:spPr>
            <a:xfrm>
              <a:off x="6438899" y="3728914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1112C1-F64A-ED5F-7BF8-C4D9A8FC3E67}"/>
                </a:ext>
              </a:extLst>
            </p:cNvPr>
            <p:cNvSpPr/>
            <p:nvPr/>
          </p:nvSpPr>
          <p:spPr>
            <a:xfrm>
              <a:off x="6438899" y="3823088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317294-4118-E708-139D-5DD7932E5ED3}"/>
                </a:ext>
              </a:extLst>
            </p:cNvPr>
            <p:cNvSpPr/>
            <p:nvPr/>
          </p:nvSpPr>
          <p:spPr>
            <a:xfrm>
              <a:off x="6438899" y="3922972"/>
              <a:ext cx="421005" cy="24791"/>
            </a:xfrm>
            <a:custGeom>
              <a:avLst/>
              <a:gdLst>
                <a:gd name="connsiteX0" fmla="*/ 0 w 421005"/>
                <a:gd name="connsiteY0" fmla="*/ 0 h 24791"/>
                <a:gd name="connsiteX1" fmla="*/ 219075 w 421005"/>
                <a:gd name="connsiteY1" fmla="*/ 24765 h 24791"/>
                <a:gd name="connsiteX2" fmla="*/ 421005 w 421005"/>
                <a:gd name="connsiteY2" fmla="*/ 3810 h 2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" h="24791">
                  <a:moveTo>
                    <a:pt x="0" y="0"/>
                  </a:moveTo>
                  <a:cubicBezTo>
                    <a:pt x="74454" y="12065"/>
                    <a:pt x="148908" y="24130"/>
                    <a:pt x="219075" y="24765"/>
                  </a:cubicBezTo>
                  <a:cubicBezTo>
                    <a:pt x="289242" y="25400"/>
                    <a:pt x="355123" y="14605"/>
                    <a:pt x="421005" y="3810"/>
                  </a:cubicBezTo>
                </a:path>
              </a:pathLst>
            </a:cu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D1E03CE-AC48-7FBB-C201-C282FED32038}"/>
                </a:ext>
              </a:extLst>
            </p:cNvPr>
            <p:cNvSpPr/>
            <p:nvPr/>
          </p:nvSpPr>
          <p:spPr>
            <a:xfrm>
              <a:off x="6438735" y="3966873"/>
              <a:ext cx="427382" cy="22263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78" name="Arc 77">
            <a:extLst>
              <a:ext uri="{FF2B5EF4-FFF2-40B4-BE49-F238E27FC236}">
                <a16:creationId xmlns:a16="http://schemas.microsoft.com/office/drawing/2014/main" id="{145B4E19-2682-DFAB-3115-85372CD26A72}"/>
              </a:ext>
            </a:extLst>
          </p:cNvPr>
          <p:cNvSpPr/>
          <p:nvPr/>
        </p:nvSpPr>
        <p:spPr>
          <a:xfrm rot="10800000">
            <a:off x="3283888" y="1768343"/>
            <a:ext cx="1399429" cy="2097350"/>
          </a:xfrm>
          <a:prstGeom prst="arc">
            <a:avLst>
              <a:gd name="adj1" fmla="val 15885701"/>
              <a:gd name="adj2" fmla="val 569214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A71C20E5-BB1E-4405-DA04-73490EA43930}"/>
              </a:ext>
            </a:extLst>
          </p:cNvPr>
          <p:cNvSpPr/>
          <p:nvPr/>
        </p:nvSpPr>
        <p:spPr>
          <a:xfrm rot="10800000">
            <a:off x="3068368" y="1444773"/>
            <a:ext cx="1399429" cy="2802372"/>
          </a:xfrm>
          <a:prstGeom prst="arc">
            <a:avLst>
              <a:gd name="adj1" fmla="val 15039800"/>
              <a:gd name="adj2" fmla="val 638572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55C0F90D-4A99-031D-004E-D6FBA0016A41}"/>
              </a:ext>
            </a:extLst>
          </p:cNvPr>
          <p:cNvSpPr/>
          <p:nvPr/>
        </p:nvSpPr>
        <p:spPr>
          <a:xfrm rot="10800000">
            <a:off x="2656135" y="996307"/>
            <a:ext cx="1854352" cy="3699304"/>
          </a:xfrm>
          <a:prstGeom prst="arc">
            <a:avLst>
              <a:gd name="adj1" fmla="val 14349328"/>
              <a:gd name="adj2" fmla="val 6991892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45C394-111B-E1D0-D0E1-A06186E4C059}"/>
              </a:ext>
            </a:extLst>
          </p:cNvPr>
          <p:cNvCxnSpPr>
            <a:cxnSpLocks/>
          </p:cNvCxnSpPr>
          <p:nvPr/>
        </p:nvCxnSpPr>
        <p:spPr>
          <a:xfrm>
            <a:off x="2596262" y="2922270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2EFFE05-5B37-476C-0853-0BA9603D1B12}"/>
              </a:ext>
            </a:extLst>
          </p:cNvPr>
          <p:cNvCxnSpPr>
            <a:cxnSpLocks/>
          </p:cNvCxnSpPr>
          <p:nvPr/>
        </p:nvCxnSpPr>
        <p:spPr>
          <a:xfrm flipV="1">
            <a:off x="2662704" y="2922270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D1085D5-260E-6FCF-4BB9-EB18A50D843C}"/>
              </a:ext>
            </a:extLst>
          </p:cNvPr>
          <p:cNvCxnSpPr>
            <a:cxnSpLocks/>
          </p:cNvCxnSpPr>
          <p:nvPr/>
        </p:nvCxnSpPr>
        <p:spPr>
          <a:xfrm flipV="1">
            <a:off x="3067580" y="2888373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7843C35-F16C-2F37-1A86-F2386C00D0CF}"/>
              </a:ext>
            </a:extLst>
          </p:cNvPr>
          <p:cNvCxnSpPr>
            <a:cxnSpLocks/>
          </p:cNvCxnSpPr>
          <p:nvPr/>
        </p:nvCxnSpPr>
        <p:spPr>
          <a:xfrm>
            <a:off x="3015800" y="2888373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1267E70-4A49-BF2D-AEF9-C013F563B814}"/>
              </a:ext>
            </a:extLst>
          </p:cNvPr>
          <p:cNvCxnSpPr>
            <a:cxnSpLocks/>
          </p:cNvCxnSpPr>
          <p:nvPr/>
        </p:nvCxnSpPr>
        <p:spPr>
          <a:xfrm>
            <a:off x="3224015" y="2867797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96E5688-8B3A-885D-6024-F2AAECDD7AFA}"/>
              </a:ext>
            </a:extLst>
          </p:cNvPr>
          <p:cNvCxnSpPr>
            <a:cxnSpLocks/>
          </p:cNvCxnSpPr>
          <p:nvPr/>
        </p:nvCxnSpPr>
        <p:spPr>
          <a:xfrm flipV="1">
            <a:off x="3287634" y="2866731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rc 92">
            <a:extLst>
              <a:ext uri="{FF2B5EF4-FFF2-40B4-BE49-F238E27FC236}">
                <a16:creationId xmlns:a16="http://schemas.microsoft.com/office/drawing/2014/main" id="{C86B208F-6113-AD93-EE32-41056376CABD}"/>
              </a:ext>
            </a:extLst>
          </p:cNvPr>
          <p:cNvSpPr/>
          <p:nvPr/>
        </p:nvSpPr>
        <p:spPr>
          <a:xfrm>
            <a:off x="4115600" y="1713665"/>
            <a:ext cx="1648344" cy="2097350"/>
          </a:xfrm>
          <a:prstGeom prst="arc">
            <a:avLst>
              <a:gd name="adj1" fmla="val 15885701"/>
              <a:gd name="adj2" fmla="val 569214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FC4E6C12-9148-A8B2-6527-D2B7B65DA69A}"/>
              </a:ext>
            </a:extLst>
          </p:cNvPr>
          <p:cNvSpPr/>
          <p:nvPr/>
        </p:nvSpPr>
        <p:spPr>
          <a:xfrm>
            <a:off x="4369454" y="1332213"/>
            <a:ext cx="1648344" cy="2802372"/>
          </a:xfrm>
          <a:prstGeom prst="arc">
            <a:avLst>
              <a:gd name="adj1" fmla="val 15039800"/>
              <a:gd name="adj2" fmla="val 6385720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Arc 94">
            <a:extLst>
              <a:ext uri="{FF2B5EF4-FFF2-40B4-BE49-F238E27FC236}">
                <a16:creationId xmlns:a16="http://schemas.microsoft.com/office/drawing/2014/main" id="{22E0F8FA-91DE-3760-10FD-F2E2224E5200}"/>
              </a:ext>
            </a:extLst>
          </p:cNvPr>
          <p:cNvSpPr/>
          <p:nvPr/>
        </p:nvSpPr>
        <p:spPr>
          <a:xfrm>
            <a:off x="4319171" y="883747"/>
            <a:ext cx="2184183" cy="3699304"/>
          </a:xfrm>
          <a:prstGeom prst="arc">
            <a:avLst>
              <a:gd name="adj1" fmla="val 14219305"/>
              <a:gd name="adj2" fmla="val 7225553"/>
            </a:avLst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4D618F4-FC34-5CCE-6347-E3960682A3F6}"/>
              </a:ext>
            </a:extLst>
          </p:cNvPr>
          <p:cNvSpPr/>
          <p:nvPr/>
        </p:nvSpPr>
        <p:spPr>
          <a:xfrm>
            <a:off x="2749850" y="1194676"/>
            <a:ext cx="3275937" cy="76737"/>
          </a:xfrm>
          <a:prstGeom prst="rect">
            <a:avLst/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B74AF5-BDBE-0E14-9F18-4969136BF9B1}"/>
              </a:ext>
            </a:extLst>
          </p:cNvPr>
          <p:cNvCxnSpPr>
            <a:cxnSpLocks/>
          </p:cNvCxnSpPr>
          <p:nvPr/>
        </p:nvCxnSpPr>
        <p:spPr>
          <a:xfrm>
            <a:off x="5698456" y="2732314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81DA8D-1E14-FFC1-EF52-BE29393EA379}"/>
              </a:ext>
            </a:extLst>
          </p:cNvPr>
          <p:cNvCxnSpPr>
            <a:cxnSpLocks/>
          </p:cNvCxnSpPr>
          <p:nvPr/>
        </p:nvCxnSpPr>
        <p:spPr>
          <a:xfrm flipV="1">
            <a:off x="5764898" y="2732314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59B852-0E8E-CEA3-36DC-7085452090E4}"/>
              </a:ext>
            </a:extLst>
          </p:cNvPr>
          <p:cNvCxnSpPr>
            <a:cxnSpLocks/>
          </p:cNvCxnSpPr>
          <p:nvPr/>
        </p:nvCxnSpPr>
        <p:spPr>
          <a:xfrm flipV="1">
            <a:off x="6017695" y="2732314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E1D8DF-95B4-7124-AF52-1BB161673CB9}"/>
              </a:ext>
            </a:extLst>
          </p:cNvPr>
          <p:cNvCxnSpPr>
            <a:cxnSpLocks/>
          </p:cNvCxnSpPr>
          <p:nvPr/>
        </p:nvCxnSpPr>
        <p:spPr>
          <a:xfrm>
            <a:off x="5965915" y="2732314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644BCF-18B9-B6DF-3869-674238A11903}"/>
              </a:ext>
            </a:extLst>
          </p:cNvPr>
          <p:cNvCxnSpPr>
            <a:cxnSpLocks/>
          </p:cNvCxnSpPr>
          <p:nvPr/>
        </p:nvCxnSpPr>
        <p:spPr>
          <a:xfrm>
            <a:off x="6442150" y="2695472"/>
            <a:ext cx="59872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467385-BA15-504E-EF79-C5F8987E83BA}"/>
              </a:ext>
            </a:extLst>
          </p:cNvPr>
          <p:cNvCxnSpPr>
            <a:cxnSpLocks/>
          </p:cNvCxnSpPr>
          <p:nvPr/>
        </p:nvCxnSpPr>
        <p:spPr>
          <a:xfrm flipV="1">
            <a:off x="6505769" y="2694406"/>
            <a:ext cx="64406" cy="67793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05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6</cp:revision>
  <dcterms:created xsi:type="dcterms:W3CDTF">2025-09-08T09:45:15Z</dcterms:created>
  <dcterms:modified xsi:type="dcterms:W3CDTF">2025-11-19T18:53:24Z</dcterms:modified>
</cp:coreProperties>
</file>